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Times New Roman MT Bold" charset="1" panose="02030802070405020303"/>
      <p:regular r:id="rId19"/>
    </p:embeddedFont>
    <p:embeddedFont>
      <p:font typeface="Times New Roman MT" charset="1" panose="02030502070405020303"/>
      <p:regular r:id="rId20"/>
    </p:embeddedFon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20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20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18" Target="../media/image15.png" Type="http://schemas.openxmlformats.org/officeDocument/2006/relationships/image"/><Relationship Id="rId19" Target="../media/image16.svg" Type="http://schemas.openxmlformats.org/officeDocument/2006/relationships/image"/><Relationship Id="rId2" Target="../media/image21.png" Type="http://schemas.openxmlformats.org/officeDocument/2006/relationships/image"/><Relationship Id="rId20" Target="../media/image17.png" Type="http://schemas.openxmlformats.org/officeDocument/2006/relationships/image"/><Relationship Id="rId21" Target="../media/image18.svg" Type="http://schemas.openxmlformats.org/officeDocument/2006/relationships/image"/><Relationship Id="rId22" Target="../media/image20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21.png" Type="http://schemas.openxmlformats.org/officeDocument/2006/relationships/image"/><Relationship Id="rId20" Target="../media/image15.png" Type="http://schemas.openxmlformats.org/officeDocument/2006/relationships/image"/><Relationship Id="rId21" Target="../media/image16.svg" Type="http://schemas.openxmlformats.org/officeDocument/2006/relationships/image"/><Relationship Id="rId22" Target="../media/image17.png" Type="http://schemas.openxmlformats.org/officeDocument/2006/relationships/image"/><Relationship Id="rId23" Target="../media/image18.svg" Type="http://schemas.openxmlformats.org/officeDocument/2006/relationships/image"/><Relationship Id="rId24" Target="../media/image20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21.png" Type="http://schemas.openxmlformats.org/officeDocument/2006/relationships/image"/><Relationship Id="rId20" Target="../media/image15.png" Type="http://schemas.openxmlformats.org/officeDocument/2006/relationships/image"/><Relationship Id="rId21" Target="../media/image16.svg" Type="http://schemas.openxmlformats.org/officeDocument/2006/relationships/image"/><Relationship Id="rId22" Target="../media/image17.png" Type="http://schemas.openxmlformats.org/officeDocument/2006/relationships/image"/><Relationship Id="rId23" Target="../media/image18.svg" Type="http://schemas.openxmlformats.org/officeDocument/2006/relationships/image"/><Relationship Id="rId24" Target="../media/image20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21.png" Type="http://schemas.openxmlformats.org/officeDocument/2006/relationships/image"/><Relationship Id="rId20" Target="../media/image15.png" Type="http://schemas.openxmlformats.org/officeDocument/2006/relationships/image"/><Relationship Id="rId21" Target="../media/image16.svg" Type="http://schemas.openxmlformats.org/officeDocument/2006/relationships/image"/><Relationship Id="rId22" Target="../media/image17.png" Type="http://schemas.openxmlformats.org/officeDocument/2006/relationships/image"/><Relationship Id="rId23" Target="../media/image18.svg" Type="http://schemas.openxmlformats.org/officeDocument/2006/relationships/image"/><Relationship Id="rId24" Target="../media/image20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21.png" Type="http://schemas.openxmlformats.org/officeDocument/2006/relationships/image"/><Relationship Id="rId20" Target="../media/image15.png" Type="http://schemas.openxmlformats.org/officeDocument/2006/relationships/image"/><Relationship Id="rId21" Target="../media/image16.svg" Type="http://schemas.openxmlformats.org/officeDocument/2006/relationships/image"/><Relationship Id="rId22" Target="../media/image17.png" Type="http://schemas.openxmlformats.org/officeDocument/2006/relationships/image"/><Relationship Id="rId23" Target="../media/image18.svg" Type="http://schemas.openxmlformats.org/officeDocument/2006/relationships/image"/><Relationship Id="rId24" Target="../media/image20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21.png" Type="http://schemas.openxmlformats.org/officeDocument/2006/relationships/image"/><Relationship Id="rId20" Target="../media/image15.png" Type="http://schemas.openxmlformats.org/officeDocument/2006/relationships/image"/><Relationship Id="rId21" Target="../media/image16.svg" Type="http://schemas.openxmlformats.org/officeDocument/2006/relationships/image"/><Relationship Id="rId22" Target="../media/image17.png" Type="http://schemas.openxmlformats.org/officeDocument/2006/relationships/image"/><Relationship Id="rId23" Target="../media/image18.svg" Type="http://schemas.openxmlformats.org/officeDocument/2006/relationships/image"/><Relationship Id="rId24" Target="../media/image20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21.png" Type="http://schemas.openxmlformats.org/officeDocument/2006/relationships/image"/><Relationship Id="rId20" Target="../media/image15.png" Type="http://schemas.openxmlformats.org/officeDocument/2006/relationships/image"/><Relationship Id="rId21" Target="../media/image16.svg" Type="http://schemas.openxmlformats.org/officeDocument/2006/relationships/image"/><Relationship Id="rId22" Target="../media/image17.png" Type="http://schemas.openxmlformats.org/officeDocument/2006/relationships/image"/><Relationship Id="rId23" Target="../media/image18.svg" Type="http://schemas.openxmlformats.org/officeDocument/2006/relationships/image"/><Relationship Id="rId24" Target="../media/image20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21.png" Type="http://schemas.openxmlformats.org/officeDocument/2006/relationships/image"/><Relationship Id="rId20" Target="../media/image15.png" Type="http://schemas.openxmlformats.org/officeDocument/2006/relationships/image"/><Relationship Id="rId21" Target="../media/image16.svg" Type="http://schemas.openxmlformats.org/officeDocument/2006/relationships/image"/><Relationship Id="rId22" Target="../media/image17.png" Type="http://schemas.openxmlformats.org/officeDocument/2006/relationships/image"/><Relationship Id="rId23" Target="../media/image18.svg" Type="http://schemas.openxmlformats.org/officeDocument/2006/relationships/image"/><Relationship Id="rId24" Target="../media/image20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21.png" Type="http://schemas.openxmlformats.org/officeDocument/2006/relationships/image"/><Relationship Id="rId20" Target="../media/image15.png" Type="http://schemas.openxmlformats.org/officeDocument/2006/relationships/image"/><Relationship Id="rId21" Target="../media/image16.svg" Type="http://schemas.openxmlformats.org/officeDocument/2006/relationships/image"/><Relationship Id="rId22" Target="../media/image17.png" Type="http://schemas.openxmlformats.org/officeDocument/2006/relationships/image"/><Relationship Id="rId23" Target="../media/image18.svg" Type="http://schemas.openxmlformats.org/officeDocument/2006/relationships/image"/><Relationship Id="rId24" Target="../media/image20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978" y="3852420"/>
            <a:ext cx="17644527" cy="28575"/>
            <a:chOff x="0" y="0"/>
            <a:chExt cx="23526036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3513287" cy="38100"/>
            </a:xfrm>
            <a:custGeom>
              <a:avLst/>
              <a:gdLst/>
              <a:ahLst/>
              <a:cxnLst/>
              <a:rect r="r" b="b" t="t" l="l"/>
              <a:pathLst>
                <a:path h="38100" w="23513287">
                  <a:moveTo>
                    <a:pt x="0" y="25400"/>
                  </a:moveTo>
                  <a:lnTo>
                    <a:pt x="23513287" y="0"/>
                  </a:lnTo>
                  <a:lnTo>
                    <a:pt x="23513287" y="127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956739" y="2801604"/>
            <a:ext cx="331261" cy="7485396"/>
          </a:xfrm>
          <a:custGeom>
            <a:avLst/>
            <a:gdLst/>
            <a:ahLst/>
            <a:cxnLst/>
            <a:rect r="r" b="b" t="t" l="l"/>
            <a:pathLst>
              <a:path h="7485396" w="331261">
                <a:moveTo>
                  <a:pt x="0" y="0"/>
                </a:moveTo>
                <a:lnTo>
                  <a:pt x="331261" y="0"/>
                </a:lnTo>
                <a:lnTo>
                  <a:pt x="331261" y="7485396"/>
                </a:lnTo>
                <a:lnTo>
                  <a:pt x="0" y="748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075" y="0"/>
            <a:ext cx="9920318" cy="331261"/>
          </a:xfrm>
          <a:custGeom>
            <a:avLst/>
            <a:gdLst/>
            <a:ahLst/>
            <a:cxnLst/>
            <a:rect r="r" b="b" t="t" l="l"/>
            <a:pathLst>
              <a:path h="331261" w="9920318">
                <a:moveTo>
                  <a:pt x="0" y="0"/>
                </a:moveTo>
                <a:lnTo>
                  <a:pt x="9920318" y="0"/>
                </a:lnTo>
                <a:lnTo>
                  <a:pt x="992031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44661"/>
            <a:ext cx="331261" cy="5001902"/>
          </a:xfrm>
          <a:custGeom>
            <a:avLst/>
            <a:gdLst/>
            <a:ahLst/>
            <a:cxnLst/>
            <a:rect r="r" b="b" t="t" l="l"/>
            <a:pathLst>
              <a:path h="5001902" w="331261">
                <a:moveTo>
                  <a:pt x="0" y="0"/>
                </a:moveTo>
                <a:lnTo>
                  <a:pt x="331261" y="0"/>
                </a:lnTo>
                <a:lnTo>
                  <a:pt x="331261" y="5001902"/>
                </a:lnTo>
                <a:lnTo>
                  <a:pt x="0" y="50019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4641710"/>
            <a:ext cx="331261" cy="5669145"/>
          </a:xfrm>
          <a:custGeom>
            <a:avLst/>
            <a:gdLst/>
            <a:ahLst/>
            <a:cxnLst/>
            <a:rect r="r" b="b" t="t" l="l"/>
            <a:pathLst>
              <a:path h="5669145" w="331261">
                <a:moveTo>
                  <a:pt x="0" y="0"/>
                </a:moveTo>
                <a:lnTo>
                  <a:pt x="331261" y="0"/>
                </a:lnTo>
                <a:lnTo>
                  <a:pt x="331261" y="5669145"/>
                </a:lnTo>
                <a:lnTo>
                  <a:pt x="0" y="56691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52732" y="0"/>
            <a:ext cx="8335268" cy="331261"/>
          </a:xfrm>
          <a:custGeom>
            <a:avLst/>
            <a:gdLst/>
            <a:ahLst/>
            <a:cxnLst/>
            <a:rect r="r" b="b" t="t" l="l"/>
            <a:pathLst>
              <a:path h="331261" w="8335268">
                <a:moveTo>
                  <a:pt x="0" y="0"/>
                </a:moveTo>
                <a:lnTo>
                  <a:pt x="8335268" y="0"/>
                </a:lnTo>
                <a:lnTo>
                  <a:pt x="83352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956739" y="-144661"/>
            <a:ext cx="331261" cy="3157141"/>
          </a:xfrm>
          <a:custGeom>
            <a:avLst/>
            <a:gdLst/>
            <a:ahLst/>
            <a:cxnLst/>
            <a:rect r="r" b="b" t="t" l="l"/>
            <a:pathLst>
              <a:path h="3157141" w="331261">
                <a:moveTo>
                  <a:pt x="0" y="0"/>
                </a:moveTo>
                <a:lnTo>
                  <a:pt x="331261" y="0"/>
                </a:lnTo>
                <a:lnTo>
                  <a:pt x="331261" y="3157141"/>
                </a:lnTo>
                <a:lnTo>
                  <a:pt x="0" y="31571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85437" y="9955738"/>
            <a:ext cx="836933" cy="331261"/>
          </a:xfrm>
          <a:custGeom>
            <a:avLst/>
            <a:gdLst/>
            <a:ahLst/>
            <a:cxnLst/>
            <a:rect r="r" b="b" t="t" l="l"/>
            <a:pathLst>
              <a:path h="331261" w="836933">
                <a:moveTo>
                  <a:pt x="0" y="0"/>
                </a:moveTo>
                <a:lnTo>
                  <a:pt x="836932" y="0"/>
                </a:lnTo>
                <a:lnTo>
                  <a:pt x="836932" y="331262"/>
                </a:lnTo>
                <a:lnTo>
                  <a:pt x="0" y="33126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970" y="9955739"/>
            <a:ext cx="3418968" cy="331261"/>
          </a:xfrm>
          <a:custGeom>
            <a:avLst/>
            <a:gdLst/>
            <a:ahLst/>
            <a:cxnLst/>
            <a:rect r="r" b="b" t="t" l="l"/>
            <a:pathLst>
              <a:path h="331261" w="3418968">
                <a:moveTo>
                  <a:pt x="0" y="0"/>
                </a:moveTo>
                <a:lnTo>
                  <a:pt x="3418968" y="0"/>
                </a:lnTo>
                <a:lnTo>
                  <a:pt x="34189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73242" y="9955739"/>
            <a:ext cx="14311889" cy="331261"/>
          </a:xfrm>
          <a:custGeom>
            <a:avLst/>
            <a:gdLst/>
            <a:ahLst/>
            <a:cxnLst/>
            <a:rect r="r" b="b" t="t" l="l"/>
            <a:pathLst>
              <a:path h="331261" w="14311889">
                <a:moveTo>
                  <a:pt x="0" y="0"/>
                </a:moveTo>
                <a:lnTo>
                  <a:pt x="14311888" y="0"/>
                </a:lnTo>
                <a:lnTo>
                  <a:pt x="1431188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24780" y="410778"/>
            <a:ext cx="11301259" cy="3362125"/>
          </a:xfrm>
          <a:custGeom>
            <a:avLst/>
            <a:gdLst/>
            <a:ahLst/>
            <a:cxnLst/>
            <a:rect r="r" b="b" t="t" l="l"/>
            <a:pathLst>
              <a:path h="3362125" w="11301259">
                <a:moveTo>
                  <a:pt x="0" y="0"/>
                </a:moveTo>
                <a:lnTo>
                  <a:pt x="11301258" y="0"/>
                </a:lnTo>
                <a:lnTo>
                  <a:pt x="11301258" y="3362125"/>
                </a:lnTo>
                <a:lnTo>
                  <a:pt x="0" y="33621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8474" y="4875931"/>
            <a:ext cx="17153869" cy="192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rPr>
              <a:t>TOPIC : STOCK PRICE PREDICTION USING MACHINE LEARNING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692085" y="6879989"/>
            <a:ext cx="8510237" cy="203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7"/>
              </a:lnSpc>
            </a:pPr>
            <a:r>
              <a:rPr lang="en-US" b="true" sz="340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SUBMITTED BY :   TEAM KALI LINUX</a:t>
            </a:r>
          </a:p>
          <a:p>
            <a:pPr algn="ctr">
              <a:lnSpc>
                <a:spcPts val="3137"/>
              </a:lnSpc>
            </a:pPr>
            <a:r>
              <a:rPr lang="en-US" sz="290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</a:t>
            </a:r>
          </a:p>
          <a:p>
            <a:pPr algn="ctr">
              <a:lnSpc>
                <a:spcPts val="3677"/>
              </a:lnSpc>
            </a:pPr>
            <a:r>
              <a:rPr lang="en-US" b="true" sz="340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PRAVEEN      HARSH      SUMIT</a:t>
            </a:r>
          </a:p>
          <a:p>
            <a:pPr algn="ctr">
              <a:lnSpc>
                <a:spcPts val="2690"/>
              </a:lnSpc>
            </a:pPr>
          </a:p>
          <a:p>
            <a:pPr algn="ctr">
              <a:lnSpc>
                <a:spcPts val="2690"/>
              </a:lnSpc>
            </a:pPr>
            <a:r>
              <a:rPr lang="en-US" sz="249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               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94803" y="5926523"/>
            <a:ext cx="7336976" cy="61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8"/>
              </a:lnSpc>
            </a:pPr>
            <a:r>
              <a:rPr lang="en-US" b="true" sz="342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SUBMITTED TO : DEBASISH SAHOO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956739" y="2801604"/>
            <a:ext cx="331261" cy="7485396"/>
          </a:xfrm>
          <a:custGeom>
            <a:avLst/>
            <a:gdLst/>
            <a:ahLst/>
            <a:cxnLst/>
            <a:rect r="r" b="b" t="t" l="l"/>
            <a:pathLst>
              <a:path h="7485396" w="331261">
                <a:moveTo>
                  <a:pt x="0" y="0"/>
                </a:moveTo>
                <a:lnTo>
                  <a:pt x="331261" y="0"/>
                </a:lnTo>
                <a:lnTo>
                  <a:pt x="331261" y="7485396"/>
                </a:lnTo>
                <a:lnTo>
                  <a:pt x="0" y="748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075" y="0"/>
            <a:ext cx="9920318" cy="331261"/>
          </a:xfrm>
          <a:custGeom>
            <a:avLst/>
            <a:gdLst/>
            <a:ahLst/>
            <a:cxnLst/>
            <a:rect r="r" b="b" t="t" l="l"/>
            <a:pathLst>
              <a:path h="331261" w="9920318">
                <a:moveTo>
                  <a:pt x="0" y="0"/>
                </a:moveTo>
                <a:lnTo>
                  <a:pt x="9920318" y="0"/>
                </a:lnTo>
                <a:lnTo>
                  <a:pt x="992031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144661"/>
            <a:ext cx="331261" cy="5001902"/>
          </a:xfrm>
          <a:custGeom>
            <a:avLst/>
            <a:gdLst/>
            <a:ahLst/>
            <a:cxnLst/>
            <a:rect r="r" b="b" t="t" l="l"/>
            <a:pathLst>
              <a:path h="5001902" w="331261">
                <a:moveTo>
                  <a:pt x="0" y="0"/>
                </a:moveTo>
                <a:lnTo>
                  <a:pt x="331261" y="0"/>
                </a:lnTo>
                <a:lnTo>
                  <a:pt x="331261" y="5001902"/>
                </a:lnTo>
                <a:lnTo>
                  <a:pt x="0" y="50019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4641710"/>
            <a:ext cx="331261" cy="5669145"/>
          </a:xfrm>
          <a:custGeom>
            <a:avLst/>
            <a:gdLst/>
            <a:ahLst/>
            <a:cxnLst/>
            <a:rect r="r" b="b" t="t" l="l"/>
            <a:pathLst>
              <a:path h="5669145" w="331261">
                <a:moveTo>
                  <a:pt x="0" y="0"/>
                </a:moveTo>
                <a:lnTo>
                  <a:pt x="331261" y="0"/>
                </a:lnTo>
                <a:lnTo>
                  <a:pt x="331261" y="5669145"/>
                </a:lnTo>
                <a:lnTo>
                  <a:pt x="0" y="56691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52732" y="0"/>
            <a:ext cx="8335268" cy="331261"/>
          </a:xfrm>
          <a:custGeom>
            <a:avLst/>
            <a:gdLst/>
            <a:ahLst/>
            <a:cxnLst/>
            <a:rect r="r" b="b" t="t" l="l"/>
            <a:pathLst>
              <a:path h="331261" w="8335268">
                <a:moveTo>
                  <a:pt x="0" y="0"/>
                </a:moveTo>
                <a:lnTo>
                  <a:pt x="8335268" y="0"/>
                </a:lnTo>
                <a:lnTo>
                  <a:pt x="83352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956739" y="-144661"/>
            <a:ext cx="331261" cy="3157141"/>
          </a:xfrm>
          <a:custGeom>
            <a:avLst/>
            <a:gdLst/>
            <a:ahLst/>
            <a:cxnLst/>
            <a:rect r="r" b="b" t="t" l="l"/>
            <a:pathLst>
              <a:path h="3157141" w="331261">
                <a:moveTo>
                  <a:pt x="0" y="0"/>
                </a:moveTo>
                <a:lnTo>
                  <a:pt x="331261" y="0"/>
                </a:lnTo>
                <a:lnTo>
                  <a:pt x="331261" y="3157141"/>
                </a:lnTo>
                <a:lnTo>
                  <a:pt x="0" y="31571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85437" y="9955738"/>
            <a:ext cx="836933" cy="331261"/>
          </a:xfrm>
          <a:custGeom>
            <a:avLst/>
            <a:gdLst/>
            <a:ahLst/>
            <a:cxnLst/>
            <a:rect r="r" b="b" t="t" l="l"/>
            <a:pathLst>
              <a:path h="331261" w="836933">
                <a:moveTo>
                  <a:pt x="0" y="0"/>
                </a:moveTo>
                <a:lnTo>
                  <a:pt x="836932" y="0"/>
                </a:lnTo>
                <a:lnTo>
                  <a:pt x="836932" y="331262"/>
                </a:lnTo>
                <a:lnTo>
                  <a:pt x="0" y="33126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970" y="9955739"/>
            <a:ext cx="3418968" cy="331261"/>
          </a:xfrm>
          <a:custGeom>
            <a:avLst/>
            <a:gdLst/>
            <a:ahLst/>
            <a:cxnLst/>
            <a:rect r="r" b="b" t="t" l="l"/>
            <a:pathLst>
              <a:path h="331261" w="3418968">
                <a:moveTo>
                  <a:pt x="0" y="0"/>
                </a:moveTo>
                <a:lnTo>
                  <a:pt x="3418968" y="0"/>
                </a:lnTo>
                <a:lnTo>
                  <a:pt x="34189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73242" y="9955739"/>
            <a:ext cx="14311889" cy="331261"/>
          </a:xfrm>
          <a:custGeom>
            <a:avLst/>
            <a:gdLst/>
            <a:ahLst/>
            <a:cxnLst/>
            <a:rect r="r" b="b" t="t" l="l"/>
            <a:pathLst>
              <a:path h="331261" w="14311889">
                <a:moveTo>
                  <a:pt x="0" y="0"/>
                </a:moveTo>
                <a:lnTo>
                  <a:pt x="14311888" y="0"/>
                </a:lnTo>
                <a:lnTo>
                  <a:pt x="1431188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314778"/>
            <a:ext cx="15893504" cy="732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820"/>
              </a:lnSpc>
              <a:buAutoNum type="arabicPeriod" startAt="1"/>
            </a:pPr>
            <a:r>
              <a:rPr lang="en-US" b="true" sz="3000" spc="19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– Problem Statement.............................................................................03</a:t>
            </a:r>
          </a:p>
          <a:p>
            <a:pPr algn="l" marL="647700" indent="-323850" lvl="1">
              <a:lnSpc>
                <a:spcPts val="5820"/>
              </a:lnSpc>
              <a:buAutoNum type="arabicPeriod" startAt="1"/>
            </a:pPr>
            <a:r>
              <a:rPr lang="en-US" b="true" sz="3000" spc="19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– Project Objectives...............................................................................04</a:t>
            </a:r>
          </a:p>
          <a:p>
            <a:pPr algn="l" marL="647700" indent="-323850" lvl="1">
              <a:lnSpc>
                <a:spcPts val="5820"/>
              </a:lnSpc>
              <a:buAutoNum type="arabicPeriod" startAt="1"/>
            </a:pPr>
            <a:r>
              <a:rPr lang="en-US" b="true" sz="3000" spc="19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Technology Stack............................................................................................05</a:t>
            </a:r>
          </a:p>
          <a:p>
            <a:pPr algn="l" marL="647700" indent="-323850" lvl="1">
              <a:lnSpc>
                <a:spcPts val="5820"/>
              </a:lnSpc>
              <a:buAutoNum type="arabicPeriod" startAt="1"/>
            </a:pPr>
            <a:r>
              <a:rPr lang="en-US" b="true" sz="3000" spc="19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Architecture........................................................................................06</a:t>
            </a:r>
          </a:p>
          <a:p>
            <a:pPr algn="l" marL="647700" indent="-323850" lvl="1">
              <a:lnSpc>
                <a:spcPts val="5820"/>
              </a:lnSpc>
              <a:buAutoNum type="arabicPeriod" startAt="1"/>
            </a:pPr>
            <a:r>
              <a:rPr lang="en-US" b="true" sz="3000" spc="19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Indicators.........................................................................................07</a:t>
            </a:r>
          </a:p>
          <a:p>
            <a:pPr algn="l" marL="647700" indent="-323850" lvl="1">
              <a:lnSpc>
                <a:spcPts val="5820"/>
              </a:lnSpc>
              <a:buAutoNum type="arabicPeriod" startAt="1"/>
            </a:pPr>
            <a:r>
              <a:rPr lang="en-US" b="true" sz="3000" spc="19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Forecasting Model (Prophet)........................................................................08</a:t>
            </a:r>
          </a:p>
          <a:p>
            <a:pPr algn="l" marL="647700" indent="-323850" lvl="1">
              <a:lnSpc>
                <a:spcPts val="5820"/>
              </a:lnSpc>
              <a:buAutoNum type="arabicPeriod" startAt="1"/>
            </a:pPr>
            <a:r>
              <a:rPr lang="en-US" b="true" sz="3000" spc="19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 Features........................................................................................09</a:t>
            </a:r>
          </a:p>
          <a:p>
            <a:pPr algn="l" marL="647700" indent="-323850" lvl="1">
              <a:lnSpc>
                <a:spcPts val="5820"/>
              </a:lnSpc>
              <a:buAutoNum type="arabicPeriod" startAt="1"/>
            </a:pPr>
            <a:r>
              <a:rPr lang="en-US" b="true" sz="3000" spc="19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Advantages....................................................................................................10</a:t>
            </a:r>
          </a:p>
          <a:p>
            <a:pPr algn="l" marL="647700" indent="-323850" lvl="1">
              <a:lnSpc>
                <a:spcPts val="5820"/>
              </a:lnSpc>
              <a:buAutoNum type="arabicPeriod" startAt="1"/>
            </a:pPr>
            <a:r>
              <a:rPr lang="en-US" b="true" sz="3000" spc="19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Conclusion.....................................................................................................11</a:t>
            </a:r>
          </a:p>
          <a:p>
            <a:pPr algn="l">
              <a:lnSpc>
                <a:spcPts val="582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741877" y="587291"/>
            <a:ext cx="962026" cy="962026"/>
          </a:xfrm>
          <a:custGeom>
            <a:avLst/>
            <a:gdLst/>
            <a:ahLst/>
            <a:cxnLst/>
            <a:rect r="r" b="b" t="t" l="l"/>
            <a:pathLst>
              <a:path h="962026" w="962026">
                <a:moveTo>
                  <a:pt x="0" y="0"/>
                </a:moveTo>
                <a:lnTo>
                  <a:pt x="962026" y="0"/>
                </a:lnTo>
                <a:lnTo>
                  <a:pt x="962026" y="962027"/>
                </a:lnTo>
                <a:lnTo>
                  <a:pt x="0" y="96202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69966"/>
            <a:ext cx="1866751" cy="76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  <a:spcBef>
                <a:spcPct val="0"/>
              </a:spcBef>
            </a:pPr>
            <a:r>
              <a:rPr lang="en-US" b="true" sz="396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83823" y="1483197"/>
            <a:ext cx="1560835" cy="62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  <a:spcBef>
                <a:spcPct val="0"/>
              </a:spcBef>
            </a:pPr>
            <a:r>
              <a:rPr lang="en-US" b="true" sz="335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Page No.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956739" y="2801604"/>
            <a:ext cx="331261" cy="7485396"/>
          </a:xfrm>
          <a:custGeom>
            <a:avLst/>
            <a:gdLst/>
            <a:ahLst/>
            <a:cxnLst/>
            <a:rect r="r" b="b" t="t" l="l"/>
            <a:pathLst>
              <a:path h="7485396" w="331261">
                <a:moveTo>
                  <a:pt x="0" y="0"/>
                </a:moveTo>
                <a:lnTo>
                  <a:pt x="331261" y="0"/>
                </a:lnTo>
                <a:lnTo>
                  <a:pt x="331261" y="7485396"/>
                </a:lnTo>
                <a:lnTo>
                  <a:pt x="0" y="748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075" y="0"/>
            <a:ext cx="9920318" cy="331261"/>
          </a:xfrm>
          <a:custGeom>
            <a:avLst/>
            <a:gdLst/>
            <a:ahLst/>
            <a:cxnLst/>
            <a:rect r="r" b="b" t="t" l="l"/>
            <a:pathLst>
              <a:path h="331261" w="9920318">
                <a:moveTo>
                  <a:pt x="0" y="0"/>
                </a:moveTo>
                <a:lnTo>
                  <a:pt x="9920318" y="0"/>
                </a:lnTo>
                <a:lnTo>
                  <a:pt x="992031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144661"/>
            <a:ext cx="331261" cy="5001902"/>
          </a:xfrm>
          <a:custGeom>
            <a:avLst/>
            <a:gdLst/>
            <a:ahLst/>
            <a:cxnLst/>
            <a:rect r="r" b="b" t="t" l="l"/>
            <a:pathLst>
              <a:path h="5001902" w="331261">
                <a:moveTo>
                  <a:pt x="0" y="0"/>
                </a:moveTo>
                <a:lnTo>
                  <a:pt x="331261" y="0"/>
                </a:lnTo>
                <a:lnTo>
                  <a:pt x="331261" y="5001902"/>
                </a:lnTo>
                <a:lnTo>
                  <a:pt x="0" y="50019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4641710"/>
            <a:ext cx="331261" cy="5669145"/>
          </a:xfrm>
          <a:custGeom>
            <a:avLst/>
            <a:gdLst/>
            <a:ahLst/>
            <a:cxnLst/>
            <a:rect r="r" b="b" t="t" l="l"/>
            <a:pathLst>
              <a:path h="5669145" w="331261">
                <a:moveTo>
                  <a:pt x="0" y="0"/>
                </a:moveTo>
                <a:lnTo>
                  <a:pt x="331261" y="0"/>
                </a:lnTo>
                <a:lnTo>
                  <a:pt x="331261" y="5669145"/>
                </a:lnTo>
                <a:lnTo>
                  <a:pt x="0" y="56691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52732" y="0"/>
            <a:ext cx="8335268" cy="331261"/>
          </a:xfrm>
          <a:custGeom>
            <a:avLst/>
            <a:gdLst/>
            <a:ahLst/>
            <a:cxnLst/>
            <a:rect r="r" b="b" t="t" l="l"/>
            <a:pathLst>
              <a:path h="331261" w="8335268">
                <a:moveTo>
                  <a:pt x="0" y="0"/>
                </a:moveTo>
                <a:lnTo>
                  <a:pt x="8335268" y="0"/>
                </a:lnTo>
                <a:lnTo>
                  <a:pt x="83352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956739" y="-144661"/>
            <a:ext cx="331261" cy="3157141"/>
          </a:xfrm>
          <a:custGeom>
            <a:avLst/>
            <a:gdLst/>
            <a:ahLst/>
            <a:cxnLst/>
            <a:rect r="r" b="b" t="t" l="l"/>
            <a:pathLst>
              <a:path h="3157141" w="331261">
                <a:moveTo>
                  <a:pt x="0" y="0"/>
                </a:moveTo>
                <a:lnTo>
                  <a:pt x="331261" y="0"/>
                </a:lnTo>
                <a:lnTo>
                  <a:pt x="331261" y="3157141"/>
                </a:lnTo>
                <a:lnTo>
                  <a:pt x="0" y="31571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85437" y="9955738"/>
            <a:ext cx="836933" cy="331261"/>
          </a:xfrm>
          <a:custGeom>
            <a:avLst/>
            <a:gdLst/>
            <a:ahLst/>
            <a:cxnLst/>
            <a:rect r="r" b="b" t="t" l="l"/>
            <a:pathLst>
              <a:path h="331261" w="836933">
                <a:moveTo>
                  <a:pt x="0" y="0"/>
                </a:moveTo>
                <a:lnTo>
                  <a:pt x="836932" y="0"/>
                </a:lnTo>
                <a:lnTo>
                  <a:pt x="836932" y="331262"/>
                </a:lnTo>
                <a:lnTo>
                  <a:pt x="0" y="33126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970" y="9955739"/>
            <a:ext cx="3418968" cy="331261"/>
          </a:xfrm>
          <a:custGeom>
            <a:avLst/>
            <a:gdLst/>
            <a:ahLst/>
            <a:cxnLst/>
            <a:rect r="r" b="b" t="t" l="l"/>
            <a:pathLst>
              <a:path h="331261" w="3418968">
                <a:moveTo>
                  <a:pt x="0" y="0"/>
                </a:moveTo>
                <a:lnTo>
                  <a:pt x="3418968" y="0"/>
                </a:lnTo>
                <a:lnTo>
                  <a:pt x="34189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73242" y="9955739"/>
            <a:ext cx="14311889" cy="331261"/>
          </a:xfrm>
          <a:custGeom>
            <a:avLst/>
            <a:gdLst/>
            <a:ahLst/>
            <a:cxnLst/>
            <a:rect r="r" b="b" t="t" l="l"/>
            <a:pathLst>
              <a:path h="331261" w="14311889">
                <a:moveTo>
                  <a:pt x="0" y="0"/>
                </a:moveTo>
                <a:lnTo>
                  <a:pt x="14311888" y="0"/>
                </a:lnTo>
                <a:lnTo>
                  <a:pt x="1431188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10685" y="593868"/>
            <a:ext cx="993218" cy="993218"/>
          </a:xfrm>
          <a:custGeom>
            <a:avLst/>
            <a:gdLst/>
            <a:ahLst/>
            <a:cxnLst/>
            <a:rect r="r" b="b" t="t" l="l"/>
            <a:pathLst>
              <a:path h="993218" w="993218">
                <a:moveTo>
                  <a:pt x="0" y="0"/>
                </a:moveTo>
                <a:lnTo>
                  <a:pt x="993218" y="0"/>
                </a:lnTo>
                <a:lnTo>
                  <a:pt x="993218" y="993218"/>
                </a:lnTo>
                <a:lnTo>
                  <a:pt x="0" y="99321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41713" y="1425161"/>
            <a:ext cx="5947544" cy="78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9"/>
              </a:lnSpc>
              <a:spcBef>
                <a:spcPct val="0"/>
              </a:spcBef>
            </a:pPr>
            <a:r>
              <a:rPr lang="en-US" b="true" sz="41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– Problem Statement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6533" y="2507655"/>
            <a:ext cx="15954152" cy="378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0818" indent="-530409" lvl="1">
              <a:lnSpc>
                <a:spcPts val="10023"/>
              </a:lnSpc>
              <a:buFont typeface="Arial"/>
              <a:buChar char="•"/>
            </a:pPr>
            <a:r>
              <a:rPr lang="en-US" sz="49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Stock market volatility makes investment decisions difficult</a:t>
            </a:r>
          </a:p>
          <a:p>
            <a:pPr algn="l" marL="1060818" indent="-530409" lvl="1">
              <a:lnSpc>
                <a:spcPts val="10023"/>
              </a:lnSpc>
              <a:buFont typeface="Arial"/>
              <a:buChar char="•"/>
            </a:pPr>
            <a:r>
              <a:rPr lang="en-US" sz="49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Need intelligent forecasting system</a:t>
            </a:r>
          </a:p>
          <a:p>
            <a:pPr algn="l" marL="1060818" indent="-530409" lvl="1">
              <a:lnSpc>
                <a:spcPts val="10023"/>
              </a:lnSpc>
              <a:buFont typeface="Arial"/>
              <a:buChar char="•"/>
            </a:pPr>
            <a:r>
              <a:rPr lang="en-US" sz="49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 technical indicators + AI-based predictions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836709">
            <a:off x="-1611063" y="6630886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956739" y="2801604"/>
            <a:ext cx="331261" cy="7485396"/>
          </a:xfrm>
          <a:custGeom>
            <a:avLst/>
            <a:gdLst/>
            <a:ahLst/>
            <a:cxnLst/>
            <a:rect r="r" b="b" t="t" l="l"/>
            <a:pathLst>
              <a:path h="7485396" w="331261">
                <a:moveTo>
                  <a:pt x="0" y="0"/>
                </a:moveTo>
                <a:lnTo>
                  <a:pt x="331261" y="0"/>
                </a:lnTo>
                <a:lnTo>
                  <a:pt x="331261" y="7485396"/>
                </a:lnTo>
                <a:lnTo>
                  <a:pt x="0" y="7485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075" y="0"/>
            <a:ext cx="9920318" cy="331261"/>
          </a:xfrm>
          <a:custGeom>
            <a:avLst/>
            <a:gdLst/>
            <a:ahLst/>
            <a:cxnLst/>
            <a:rect r="r" b="b" t="t" l="l"/>
            <a:pathLst>
              <a:path h="331261" w="9920318">
                <a:moveTo>
                  <a:pt x="0" y="0"/>
                </a:moveTo>
                <a:lnTo>
                  <a:pt x="9920318" y="0"/>
                </a:lnTo>
                <a:lnTo>
                  <a:pt x="992031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-144661"/>
            <a:ext cx="331261" cy="5001902"/>
          </a:xfrm>
          <a:custGeom>
            <a:avLst/>
            <a:gdLst/>
            <a:ahLst/>
            <a:cxnLst/>
            <a:rect r="r" b="b" t="t" l="l"/>
            <a:pathLst>
              <a:path h="5001902" w="331261">
                <a:moveTo>
                  <a:pt x="0" y="0"/>
                </a:moveTo>
                <a:lnTo>
                  <a:pt x="331261" y="0"/>
                </a:lnTo>
                <a:lnTo>
                  <a:pt x="331261" y="5001902"/>
                </a:lnTo>
                <a:lnTo>
                  <a:pt x="0" y="50019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641710"/>
            <a:ext cx="331261" cy="5669145"/>
          </a:xfrm>
          <a:custGeom>
            <a:avLst/>
            <a:gdLst/>
            <a:ahLst/>
            <a:cxnLst/>
            <a:rect r="r" b="b" t="t" l="l"/>
            <a:pathLst>
              <a:path h="5669145" w="331261">
                <a:moveTo>
                  <a:pt x="0" y="0"/>
                </a:moveTo>
                <a:lnTo>
                  <a:pt x="331261" y="0"/>
                </a:lnTo>
                <a:lnTo>
                  <a:pt x="331261" y="5669145"/>
                </a:lnTo>
                <a:lnTo>
                  <a:pt x="0" y="56691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52732" y="0"/>
            <a:ext cx="8335268" cy="331261"/>
          </a:xfrm>
          <a:custGeom>
            <a:avLst/>
            <a:gdLst/>
            <a:ahLst/>
            <a:cxnLst/>
            <a:rect r="r" b="b" t="t" l="l"/>
            <a:pathLst>
              <a:path h="331261" w="8335268">
                <a:moveTo>
                  <a:pt x="0" y="0"/>
                </a:moveTo>
                <a:lnTo>
                  <a:pt x="8335268" y="0"/>
                </a:lnTo>
                <a:lnTo>
                  <a:pt x="83352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956739" y="-144661"/>
            <a:ext cx="331261" cy="3157141"/>
          </a:xfrm>
          <a:custGeom>
            <a:avLst/>
            <a:gdLst/>
            <a:ahLst/>
            <a:cxnLst/>
            <a:rect r="r" b="b" t="t" l="l"/>
            <a:pathLst>
              <a:path h="3157141" w="331261">
                <a:moveTo>
                  <a:pt x="0" y="0"/>
                </a:moveTo>
                <a:lnTo>
                  <a:pt x="331261" y="0"/>
                </a:lnTo>
                <a:lnTo>
                  <a:pt x="331261" y="3157141"/>
                </a:lnTo>
                <a:lnTo>
                  <a:pt x="0" y="31571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85437" y="9955738"/>
            <a:ext cx="836933" cy="331261"/>
          </a:xfrm>
          <a:custGeom>
            <a:avLst/>
            <a:gdLst/>
            <a:ahLst/>
            <a:cxnLst/>
            <a:rect r="r" b="b" t="t" l="l"/>
            <a:pathLst>
              <a:path h="331261" w="836933">
                <a:moveTo>
                  <a:pt x="0" y="0"/>
                </a:moveTo>
                <a:lnTo>
                  <a:pt x="836932" y="0"/>
                </a:lnTo>
                <a:lnTo>
                  <a:pt x="836932" y="331262"/>
                </a:lnTo>
                <a:lnTo>
                  <a:pt x="0" y="3312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970" y="9955739"/>
            <a:ext cx="3418968" cy="331261"/>
          </a:xfrm>
          <a:custGeom>
            <a:avLst/>
            <a:gdLst/>
            <a:ahLst/>
            <a:cxnLst/>
            <a:rect r="r" b="b" t="t" l="l"/>
            <a:pathLst>
              <a:path h="331261" w="3418968">
                <a:moveTo>
                  <a:pt x="0" y="0"/>
                </a:moveTo>
                <a:lnTo>
                  <a:pt x="3418968" y="0"/>
                </a:lnTo>
                <a:lnTo>
                  <a:pt x="34189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173242" y="9955739"/>
            <a:ext cx="14311889" cy="331261"/>
          </a:xfrm>
          <a:custGeom>
            <a:avLst/>
            <a:gdLst/>
            <a:ahLst/>
            <a:cxnLst/>
            <a:rect r="r" b="b" t="t" l="l"/>
            <a:pathLst>
              <a:path h="331261" w="14311889">
                <a:moveTo>
                  <a:pt x="0" y="0"/>
                </a:moveTo>
                <a:lnTo>
                  <a:pt x="14311888" y="0"/>
                </a:lnTo>
                <a:lnTo>
                  <a:pt x="1431188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747172" y="574542"/>
            <a:ext cx="956731" cy="956731"/>
          </a:xfrm>
          <a:custGeom>
            <a:avLst/>
            <a:gdLst/>
            <a:ahLst/>
            <a:cxnLst/>
            <a:rect r="r" b="b" t="t" l="l"/>
            <a:pathLst>
              <a:path h="956731" w="956731">
                <a:moveTo>
                  <a:pt x="0" y="0"/>
                </a:moveTo>
                <a:lnTo>
                  <a:pt x="956731" y="0"/>
                </a:lnTo>
                <a:lnTo>
                  <a:pt x="956731" y="956731"/>
                </a:lnTo>
                <a:lnTo>
                  <a:pt x="0" y="95673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51247" y="1550710"/>
            <a:ext cx="6203603" cy="165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9"/>
              </a:lnSpc>
              <a:spcBef>
                <a:spcPct val="0"/>
              </a:spcBef>
            </a:pPr>
            <a:r>
              <a:rPr lang="en-US" b="true" sz="45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– Project Objectives</a:t>
            </a:r>
          </a:p>
          <a:p>
            <a:pPr algn="ctr">
              <a:lnSpc>
                <a:spcPts val="636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020487"/>
            <a:ext cx="13964543" cy="445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8700" indent="-534350" lvl="1">
              <a:lnSpc>
                <a:spcPts val="6929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Fetch real-time stock data using Yahoo Finance API</a:t>
            </a:r>
          </a:p>
          <a:p>
            <a:pPr algn="l" marL="1068700" indent="-534350" lvl="1">
              <a:lnSpc>
                <a:spcPts val="6929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 technical indicators (MA20, MA50, RSI)</a:t>
            </a:r>
          </a:p>
          <a:p>
            <a:pPr algn="l" marL="1068700" indent="-534350" lvl="1">
              <a:lnSpc>
                <a:spcPts val="6929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 Buy/Sell signals</a:t>
            </a:r>
          </a:p>
          <a:p>
            <a:pPr algn="l" marL="1068700" indent="-534350" lvl="1">
              <a:lnSpc>
                <a:spcPts val="6929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Forecast future prices using Prophet model</a:t>
            </a:r>
          </a:p>
          <a:p>
            <a:pPr algn="l" marL="1068700" indent="-534350" lvl="1">
              <a:lnSpc>
                <a:spcPts val="6929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dashboard using Streamlit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836709">
            <a:off x="-1611063" y="6630886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36709">
            <a:off x="15059548" y="7385604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956739" y="2801604"/>
            <a:ext cx="331261" cy="7485396"/>
          </a:xfrm>
          <a:custGeom>
            <a:avLst/>
            <a:gdLst/>
            <a:ahLst/>
            <a:cxnLst/>
            <a:rect r="r" b="b" t="t" l="l"/>
            <a:pathLst>
              <a:path h="7485396" w="331261">
                <a:moveTo>
                  <a:pt x="0" y="0"/>
                </a:moveTo>
                <a:lnTo>
                  <a:pt x="331261" y="0"/>
                </a:lnTo>
                <a:lnTo>
                  <a:pt x="331261" y="7485396"/>
                </a:lnTo>
                <a:lnTo>
                  <a:pt x="0" y="7485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075" y="0"/>
            <a:ext cx="9920318" cy="331261"/>
          </a:xfrm>
          <a:custGeom>
            <a:avLst/>
            <a:gdLst/>
            <a:ahLst/>
            <a:cxnLst/>
            <a:rect r="r" b="b" t="t" l="l"/>
            <a:pathLst>
              <a:path h="331261" w="9920318">
                <a:moveTo>
                  <a:pt x="0" y="0"/>
                </a:moveTo>
                <a:lnTo>
                  <a:pt x="9920318" y="0"/>
                </a:lnTo>
                <a:lnTo>
                  <a:pt x="992031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44661"/>
            <a:ext cx="331261" cy="5001902"/>
          </a:xfrm>
          <a:custGeom>
            <a:avLst/>
            <a:gdLst/>
            <a:ahLst/>
            <a:cxnLst/>
            <a:rect r="r" b="b" t="t" l="l"/>
            <a:pathLst>
              <a:path h="5001902" w="331261">
                <a:moveTo>
                  <a:pt x="0" y="0"/>
                </a:moveTo>
                <a:lnTo>
                  <a:pt x="331261" y="0"/>
                </a:lnTo>
                <a:lnTo>
                  <a:pt x="331261" y="5001902"/>
                </a:lnTo>
                <a:lnTo>
                  <a:pt x="0" y="5001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4641710"/>
            <a:ext cx="331261" cy="5669145"/>
          </a:xfrm>
          <a:custGeom>
            <a:avLst/>
            <a:gdLst/>
            <a:ahLst/>
            <a:cxnLst/>
            <a:rect r="r" b="b" t="t" l="l"/>
            <a:pathLst>
              <a:path h="5669145" w="331261">
                <a:moveTo>
                  <a:pt x="0" y="0"/>
                </a:moveTo>
                <a:lnTo>
                  <a:pt x="331261" y="0"/>
                </a:lnTo>
                <a:lnTo>
                  <a:pt x="331261" y="5669145"/>
                </a:lnTo>
                <a:lnTo>
                  <a:pt x="0" y="56691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52732" y="0"/>
            <a:ext cx="8335268" cy="331261"/>
          </a:xfrm>
          <a:custGeom>
            <a:avLst/>
            <a:gdLst/>
            <a:ahLst/>
            <a:cxnLst/>
            <a:rect r="r" b="b" t="t" l="l"/>
            <a:pathLst>
              <a:path h="331261" w="8335268">
                <a:moveTo>
                  <a:pt x="0" y="0"/>
                </a:moveTo>
                <a:lnTo>
                  <a:pt x="8335268" y="0"/>
                </a:lnTo>
                <a:lnTo>
                  <a:pt x="83352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956739" y="-144661"/>
            <a:ext cx="331261" cy="3157141"/>
          </a:xfrm>
          <a:custGeom>
            <a:avLst/>
            <a:gdLst/>
            <a:ahLst/>
            <a:cxnLst/>
            <a:rect r="r" b="b" t="t" l="l"/>
            <a:pathLst>
              <a:path h="3157141" w="331261">
                <a:moveTo>
                  <a:pt x="0" y="0"/>
                </a:moveTo>
                <a:lnTo>
                  <a:pt x="331261" y="0"/>
                </a:lnTo>
                <a:lnTo>
                  <a:pt x="331261" y="3157141"/>
                </a:lnTo>
                <a:lnTo>
                  <a:pt x="0" y="31571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85437" y="9955738"/>
            <a:ext cx="836933" cy="331261"/>
          </a:xfrm>
          <a:custGeom>
            <a:avLst/>
            <a:gdLst/>
            <a:ahLst/>
            <a:cxnLst/>
            <a:rect r="r" b="b" t="t" l="l"/>
            <a:pathLst>
              <a:path h="331261" w="836933">
                <a:moveTo>
                  <a:pt x="0" y="0"/>
                </a:moveTo>
                <a:lnTo>
                  <a:pt x="836932" y="0"/>
                </a:lnTo>
                <a:lnTo>
                  <a:pt x="836932" y="331262"/>
                </a:lnTo>
                <a:lnTo>
                  <a:pt x="0" y="3312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970" y="9955739"/>
            <a:ext cx="3418968" cy="331261"/>
          </a:xfrm>
          <a:custGeom>
            <a:avLst/>
            <a:gdLst/>
            <a:ahLst/>
            <a:cxnLst/>
            <a:rect r="r" b="b" t="t" l="l"/>
            <a:pathLst>
              <a:path h="331261" w="3418968">
                <a:moveTo>
                  <a:pt x="0" y="0"/>
                </a:moveTo>
                <a:lnTo>
                  <a:pt x="3418968" y="0"/>
                </a:lnTo>
                <a:lnTo>
                  <a:pt x="34189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73242" y="9955739"/>
            <a:ext cx="14311889" cy="331261"/>
          </a:xfrm>
          <a:custGeom>
            <a:avLst/>
            <a:gdLst/>
            <a:ahLst/>
            <a:cxnLst/>
            <a:rect r="r" b="b" t="t" l="l"/>
            <a:pathLst>
              <a:path h="331261" w="14311889">
                <a:moveTo>
                  <a:pt x="0" y="0"/>
                </a:moveTo>
                <a:lnTo>
                  <a:pt x="14311888" y="0"/>
                </a:lnTo>
                <a:lnTo>
                  <a:pt x="1431188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48963" y="654123"/>
            <a:ext cx="947457" cy="947457"/>
          </a:xfrm>
          <a:custGeom>
            <a:avLst/>
            <a:gdLst/>
            <a:ahLst/>
            <a:cxnLst/>
            <a:rect r="r" b="b" t="t" l="l"/>
            <a:pathLst>
              <a:path h="947457" w="947457">
                <a:moveTo>
                  <a:pt x="0" y="0"/>
                </a:moveTo>
                <a:lnTo>
                  <a:pt x="947457" y="0"/>
                </a:lnTo>
                <a:lnTo>
                  <a:pt x="947457" y="947457"/>
                </a:lnTo>
                <a:lnTo>
                  <a:pt x="0" y="94745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79844" y="1389420"/>
            <a:ext cx="4192637" cy="171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9"/>
              </a:lnSpc>
            </a:pPr>
            <a:r>
              <a:rPr lang="en-US" sz="464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Technology Stack</a:t>
            </a:r>
          </a:p>
          <a:p>
            <a:pPr algn="ctr">
              <a:lnSpc>
                <a:spcPts val="650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24176" y="2490788"/>
            <a:ext cx="9552012" cy="523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0283" indent="-530142" lvl="1">
              <a:lnSpc>
                <a:spcPts val="8201"/>
              </a:lnSpc>
              <a:buFont typeface="Arial"/>
              <a:buChar char="•"/>
            </a:pPr>
            <a:r>
              <a:rPr lang="en-US" sz="49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Python</a:t>
            </a:r>
          </a:p>
          <a:p>
            <a:pPr algn="l" marL="1060283" indent="-530142" lvl="1">
              <a:lnSpc>
                <a:spcPts val="8201"/>
              </a:lnSpc>
              <a:buFont typeface="Arial"/>
              <a:buChar char="•"/>
            </a:pPr>
            <a:r>
              <a:rPr lang="en-US" sz="49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Streamlit (Web Dashboard)</a:t>
            </a:r>
          </a:p>
          <a:p>
            <a:pPr algn="l" marL="1060283" indent="-530142" lvl="1">
              <a:lnSpc>
                <a:spcPts val="8201"/>
              </a:lnSpc>
              <a:buFont typeface="Arial"/>
              <a:buChar char="•"/>
            </a:pPr>
            <a:r>
              <a:rPr lang="en-US" sz="49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Prophet (Time Series Forecasting)</a:t>
            </a:r>
          </a:p>
          <a:p>
            <a:pPr algn="l" marL="1060283" indent="-530142" lvl="1">
              <a:lnSpc>
                <a:spcPts val="8201"/>
              </a:lnSpc>
              <a:buFont typeface="Arial"/>
              <a:buChar char="•"/>
            </a:pPr>
            <a:r>
              <a:rPr lang="en-US" sz="49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Plotly (Interactive Charts)</a:t>
            </a:r>
          </a:p>
          <a:p>
            <a:pPr algn="l" marL="1060283" indent="-530142" lvl="1">
              <a:lnSpc>
                <a:spcPts val="8201"/>
              </a:lnSpc>
              <a:buFont typeface="Arial"/>
              <a:buChar char="•"/>
            </a:pPr>
            <a:r>
              <a:rPr lang="en-US" sz="49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Yahoo Finance API (Data Source)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836709">
            <a:off x="-1611063" y="6630886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36709">
            <a:off x="15059548" y="7385604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956739" y="2801604"/>
            <a:ext cx="331261" cy="7485396"/>
          </a:xfrm>
          <a:custGeom>
            <a:avLst/>
            <a:gdLst/>
            <a:ahLst/>
            <a:cxnLst/>
            <a:rect r="r" b="b" t="t" l="l"/>
            <a:pathLst>
              <a:path h="7485396" w="331261">
                <a:moveTo>
                  <a:pt x="0" y="0"/>
                </a:moveTo>
                <a:lnTo>
                  <a:pt x="331261" y="0"/>
                </a:lnTo>
                <a:lnTo>
                  <a:pt x="331261" y="7485396"/>
                </a:lnTo>
                <a:lnTo>
                  <a:pt x="0" y="7485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075" y="0"/>
            <a:ext cx="9920318" cy="331261"/>
          </a:xfrm>
          <a:custGeom>
            <a:avLst/>
            <a:gdLst/>
            <a:ahLst/>
            <a:cxnLst/>
            <a:rect r="r" b="b" t="t" l="l"/>
            <a:pathLst>
              <a:path h="331261" w="9920318">
                <a:moveTo>
                  <a:pt x="0" y="0"/>
                </a:moveTo>
                <a:lnTo>
                  <a:pt x="9920318" y="0"/>
                </a:lnTo>
                <a:lnTo>
                  <a:pt x="992031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44661"/>
            <a:ext cx="331261" cy="5001902"/>
          </a:xfrm>
          <a:custGeom>
            <a:avLst/>
            <a:gdLst/>
            <a:ahLst/>
            <a:cxnLst/>
            <a:rect r="r" b="b" t="t" l="l"/>
            <a:pathLst>
              <a:path h="5001902" w="331261">
                <a:moveTo>
                  <a:pt x="0" y="0"/>
                </a:moveTo>
                <a:lnTo>
                  <a:pt x="331261" y="0"/>
                </a:lnTo>
                <a:lnTo>
                  <a:pt x="331261" y="5001902"/>
                </a:lnTo>
                <a:lnTo>
                  <a:pt x="0" y="5001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4641710"/>
            <a:ext cx="331261" cy="5669145"/>
          </a:xfrm>
          <a:custGeom>
            <a:avLst/>
            <a:gdLst/>
            <a:ahLst/>
            <a:cxnLst/>
            <a:rect r="r" b="b" t="t" l="l"/>
            <a:pathLst>
              <a:path h="5669145" w="331261">
                <a:moveTo>
                  <a:pt x="0" y="0"/>
                </a:moveTo>
                <a:lnTo>
                  <a:pt x="331261" y="0"/>
                </a:lnTo>
                <a:lnTo>
                  <a:pt x="331261" y="5669145"/>
                </a:lnTo>
                <a:lnTo>
                  <a:pt x="0" y="56691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52732" y="0"/>
            <a:ext cx="8335268" cy="331261"/>
          </a:xfrm>
          <a:custGeom>
            <a:avLst/>
            <a:gdLst/>
            <a:ahLst/>
            <a:cxnLst/>
            <a:rect r="r" b="b" t="t" l="l"/>
            <a:pathLst>
              <a:path h="331261" w="8335268">
                <a:moveTo>
                  <a:pt x="0" y="0"/>
                </a:moveTo>
                <a:lnTo>
                  <a:pt x="8335268" y="0"/>
                </a:lnTo>
                <a:lnTo>
                  <a:pt x="83352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956739" y="-144661"/>
            <a:ext cx="331261" cy="3157141"/>
          </a:xfrm>
          <a:custGeom>
            <a:avLst/>
            <a:gdLst/>
            <a:ahLst/>
            <a:cxnLst/>
            <a:rect r="r" b="b" t="t" l="l"/>
            <a:pathLst>
              <a:path h="3157141" w="331261">
                <a:moveTo>
                  <a:pt x="0" y="0"/>
                </a:moveTo>
                <a:lnTo>
                  <a:pt x="331261" y="0"/>
                </a:lnTo>
                <a:lnTo>
                  <a:pt x="331261" y="3157141"/>
                </a:lnTo>
                <a:lnTo>
                  <a:pt x="0" y="31571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85437" y="9955738"/>
            <a:ext cx="836933" cy="331261"/>
          </a:xfrm>
          <a:custGeom>
            <a:avLst/>
            <a:gdLst/>
            <a:ahLst/>
            <a:cxnLst/>
            <a:rect r="r" b="b" t="t" l="l"/>
            <a:pathLst>
              <a:path h="331261" w="836933">
                <a:moveTo>
                  <a:pt x="0" y="0"/>
                </a:moveTo>
                <a:lnTo>
                  <a:pt x="836932" y="0"/>
                </a:lnTo>
                <a:lnTo>
                  <a:pt x="836932" y="331262"/>
                </a:lnTo>
                <a:lnTo>
                  <a:pt x="0" y="3312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970" y="9955739"/>
            <a:ext cx="3418968" cy="331261"/>
          </a:xfrm>
          <a:custGeom>
            <a:avLst/>
            <a:gdLst/>
            <a:ahLst/>
            <a:cxnLst/>
            <a:rect r="r" b="b" t="t" l="l"/>
            <a:pathLst>
              <a:path h="331261" w="3418968">
                <a:moveTo>
                  <a:pt x="0" y="0"/>
                </a:moveTo>
                <a:lnTo>
                  <a:pt x="3418968" y="0"/>
                </a:lnTo>
                <a:lnTo>
                  <a:pt x="34189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73242" y="9955739"/>
            <a:ext cx="14311889" cy="331261"/>
          </a:xfrm>
          <a:custGeom>
            <a:avLst/>
            <a:gdLst/>
            <a:ahLst/>
            <a:cxnLst/>
            <a:rect r="r" b="b" t="t" l="l"/>
            <a:pathLst>
              <a:path h="331261" w="14311889">
                <a:moveTo>
                  <a:pt x="0" y="0"/>
                </a:moveTo>
                <a:lnTo>
                  <a:pt x="14311888" y="0"/>
                </a:lnTo>
                <a:lnTo>
                  <a:pt x="1431188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19837" y="612173"/>
            <a:ext cx="984066" cy="984066"/>
          </a:xfrm>
          <a:custGeom>
            <a:avLst/>
            <a:gdLst/>
            <a:ahLst/>
            <a:cxnLst/>
            <a:rect r="r" b="b" t="t" l="l"/>
            <a:pathLst>
              <a:path h="984066" w="984066">
                <a:moveTo>
                  <a:pt x="0" y="0"/>
                </a:moveTo>
                <a:lnTo>
                  <a:pt x="984066" y="0"/>
                </a:lnTo>
                <a:lnTo>
                  <a:pt x="984066" y="984065"/>
                </a:lnTo>
                <a:lnTo>
                  <a:pt x="0" y="98406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52554" y="1233884"/>
            <a:ext cx="5233913" cy="95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9"/>
              </a:lnSpc>
              <a:spcBef>
                <a:spcPct val="0"/>
              </a:spcBef>
            </a:pPr>
            <a:r>
              <a:rPr lang="en-US" b="true" sz="4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6765" y="2458704"/>
            <a:ext cx="11440046" cy="536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 Input → Stock Symbol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Yahoo Finance → Data Fetching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Processing → Indicators Calculation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Prophet Model → Forecast Generation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Streamlit Dashboard →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836709">
            <a:off x="-1611063" y="6630886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36709">
            <a:off x="15059548" y="7385604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956739" y="2801604"/>
            <a:ext cx="331261" cy="7485396"/>
          </a:xfrm>
          <a:custGeom>
            <a:avLst/>
            <a:gdLst/>
            <a:ahLst/>
            <a:cxnLst/>
            <a:rect r="r" b="b" t="t" l="l"/>
            <a:pathLst>
              <a:path h="7485396" w="331261">
                <a:moveTo>
                  <a:pt x="0" y="0"/>
                </a:moveTo>
                <a:lnTo>
                  <a:pt x="331261" y="0"/>
                </a:lnTo>
                <a:lnTo>
                  <a:pt x="331261" y="7485396"/>
                </a:lnTo>
                <a:lnTo>
                  <a:pt x="0" y="7485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075" y="0"/>
            <a:ext cx="9920318" cy="331261"/>
          </a:xfrm>
          <a:custGeom>
            <a:avLst/>
            <a:gdLst/>
            <a:ahLst/>
            <a:cxnLst/>
            <a:rect r="r" b="b" t="t" l="l"/>
            <a:pathLst>
              <a:path h="331261" w="9920318">
                <a:moveTo>
                  <a:pt x="0" y="0"/>
                </a:moveTo>
                <a:lnTo>
                  <a:pt x="9920318" y="0"/>
                </a:lnTo>
                <a:lnTo>
                  <a:pt x="992031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44661"/>
            <a:ext cx="331261" cy="5001902"/>
          </a:xfrm>
          <a:custGeom>
            <a:avLst/>
            <a:gdLst/>
            <a:ahLst/>
            <a:cxnLst/>
            <a:rect r="r" b="b" t="t" l="l"/>
            <a:pathLst>
              <a:path h="5001902" w="331261">
                <a:moveTo>
                  <a:pt x="0" y="0"/>
                </a:moveTo>
                <a:lnTo>
                  <a:pt x="331261" y="0"/>
                </a:lnTo>
                <a:lnTo>
                  <a:pt x="331261" y="5001902"/>
                </a:lnTo>
                <a:lnTo>
                  <a:pt x="0" y="5001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4641710"/>
            <a:ext cx="331261" cy="5669145"/>
          </a:xfrm>
          <a:custGeom>
            <a:avLst/>
            <a:gdLst/>
            <a:ahLst/>
            <a:cxnLst/>
            <a:rect r="r" b="b" t="t" l="l"/>
            <a:pathLst>
              <a:path h="5669145" w="331261">
                <a:moveTo>
                  <a:pt x="0" y="0"/>
                </a:moveTo>
                <a:lnTo>
                  <a:pt x="331261" y="0"/>
                </a:lnTo>
                <a:lnTo>
                  <a:pt x="331261" y="5669145"/>
                </a:lnTo>
                <a:lnTo>
                  <a:pt x="0" y="56691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52732" y="0"/>
            <a:ext cx="8335268" cy="331261"/>
          </a:xfrm>
          <a:custGeom>
            <a:avLst/>
            <a:gdLst/>
            <a:ahLst/>
            <a:cxnLst/>
            <a:rect r="r" b="b" t="t" l="l"/>
            <a:pathLst>
              <a:path h="331261" w="8335268">
                <a:moveTo>
                  <a:pt x="0" y="0"/>
                </a:moveTo>
                <a:lnTo>
                  <a:pt x="8335268" y="0"/>
                </a:lnTo>
                <a:lnTo>
                  <a:pt x="83352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956739" y="-144661"/>
            <a:ext cx="331261" cy="3157141"/>
          </a:xfrm>
          <a:custGeom>
            <a:avLst/>
            <a:gdLst/>
            <a:ahLst/>
            <a:cxnLst/>
            <a:rect r="r" b="b" t="t" l="l"/>
            <a:pathLst>
              <a:path h="3157141" w="331261">
                <a:moveTo>
                  <a:pt x="0" y="0"/>
                </a:moveTo>
                <a:lnTo>
                  <a:pt x="331261" y="0"/>
                </a:lnTo>
                <a:lnTo>
                  <a:pt x="331261" y="3157141"/>
                </a:lnTo>
                <a:lnTo>
                  <a:pt x="0" y="31571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85437" y="9955738"/>
            <a:ext cx="836933" cy="331261"/>
          </a:xfrm>
          <a:custGeom>
            <a:avLst/>
            <a:gdLst/>
            <a:ahLst/>
            <a:cxnLst/>
            <a:rect r="r" b="b" t="t" l="l"/>
            <a:pathLst>
              <a:path h="331261" w="836933">
                <a:moveTo>
                  <a:pt x="0" y="0"/>
                </a:moveTo>
                <a:lnTo>
                  <a:pt x="836932" y="0"/>
                </a:lnTo>
                <a:lnTo>
                  <a:pt x="836932" y="331262"/>
                </a:lnTo>
                <a:lnTo>
                  <a:pt x="0" y="3312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970" y="9955739"/>
            <a:ext cx="3418968" cy="331261"/>
          </a:xfrm>
          <a:custGeom>
            <a:avLst/>
            <a:gdLst/>
            <a:ahLst/>
            <a:cxnLst/>
            <a:rect r="r" b="b" t="t" l="l"/>
            <a:pathLst>
              <a:path h="331261" w="3418968">
                <a:moveTo>
                  <a:pt x="0" y="0"/>
                </a:moveTo>
                <a:lnTo>
                  <a:pt x="3418968" y="0"/>
                </a:lnTo>
                <a:lnTo>
                  <a:pt x="34189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73242" y="9955739"/>
            <a:ext cx="14311889" cy="331261"/>
          </a:xfrm>
          <a:custGeom>
            <a:avLst/>
            <a:gdLst/>
            <a:ahLst/>
            <a:cxnLst/>
            <a:rect r="r" b="b" t="t" l="l"/>
            <a:pathLst>
              <a:path h="331261" w="14311889">
                <a:moveTo>
                  <a:pt x="0" y="0"/>
                </a:moveTo>
                <a:lnTo>
                  <a:pt x="14311888" y="0"/>
                </a:lnTo>
                <a:lnTo>
                  <a:pt x="1431188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38142" y="603020"/>
            <a:ext cx="965762" cy="965762"/>
          </a:xfrm>
          <a:custGeom>
            <a:avLst/>
            <a:gdLst/>
            <a:ahLst/>
            <a:cxnLst/>
            <a:rect r="r" b="b" t="t" l="l"/>
            <a:pathLst>
              <a:path h="965762" w="965762">
                <a:moveTo>
                  <a:pt x="0" y="0"/>
                </a:moveTo>
                <a:lnTo>
                  <a:pt x="965761" y="0"/>
                </a:lnTo>
                <a:lnTo>
                  <a:pt x="965761" y="965762"/>
                </a:lnTo>
                <a:lnTo>
                  <a:pt x="0" y="9657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16825" y="1026492"/>
            <a:ext cx="5108377" cy="95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9"/>
              </a:lnSpc>
              <a:spcBef>
                <a:spcPct val="0"/>
              </a:spcBef>
            </a:pPr>
            <a:r>
              <a:rPr lang="en-US" b="true" sz="4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Indicators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6825" y="2013390"/>
            <a:ext cx="9202489" cy="536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MA20 – 20 Day Moving Average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MA50 – 50 Day Moving Average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RSI – Relative Strength Index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Buy Signal: RSI &lt; 30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Sell Signal: RSI &gt; 70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836709">
            <a:off x="-1611063" y="6630886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36709">
            <a:off x="15059548" y="7385604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956739" y="2801604"/>
            <a:ext cx="331261" cy="7485396"/>
          </a:xfrm>
          <a:custGeom>
            <a:avLst/>
            <a:gdLst/>
            <a:ahLst/>
            <a:cxnLst/>
            <a:rect r="r" b="b" t="t" l="l"/>
            <a:pathLst>
              <a:path h="7485396" w="331261">
                <a:moveTo>
                  <a:pt x="0" y="0"/>
                </a:moveTo>
                <a:lnTo>
                  <a:pt x="331261" y="0"/>
                </a:lnTo>
                <a:lnTo>
                  <a:pt x="331261" y="7485396"/>
                </a:lnTo>
                <a:lnTo>
                  <a:pt x="0" y="7485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075" y="0"/>
            <a:ext cx="9920318" cy="331261"/>
          </a:xfrm>
          <a:custGeom>
            <a:avLst/>
            <a:gdLst/>
            <a:ahLst/>
            <a:cxnLst/>
            <a:rect r="r" b="b" t="t" l="l"/>
            <a:pathLst>
              <a:path h="331261" w="9920318">
                <a:moveTo>
                  <a:pt x="0" y="0"/>
                </a:moveTo>
                <a:lnTo>
                  <a:pt x="9920318" y="0"/>
                </a:lnTo>
                <a:lnTo>
                  <a:pt x="992031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44661"/>
            <a:ext cx="331261" cy="5001902"/>
          </a:xfrm>
          <a:custGeom>
            <a:avLst/>
            <a:gdLst/>
            <a:ahLst/>
            <a:cxnLst/>
            <a:rect r="r" b="b" t="t" l="l"/>
            <a:pathLst>
              <a:path h="5001902" w="331261">
                <a:moveTo>
                  <a:pt x="0" y="0"/>
                </a:moveTo>
                <a:lnTo>
                  <a:pt x="331261" y="0"/>
                </a:lnTo>
                <a:lnTo>
                  <a:pt x="331261" y="5001902"/>
                </a:lnTo>
                <a:lnTo>
                  <a:pt x="0" y="5001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4641710"/>
            <a:ext cx="331261" cy="5669145"/>
          </a:xfrm>
          <a:custGeom>
            <a:avLst/>
            <a:gdLst/>
            <a:ahLst/>
            <a:cxnLst/>
            <a:rect r="r" b="b" t="t" l="l"/>
            <a:pathLst>
              <a:path h="5669145" w="331261">
                <a:moveTo>
                  <a:pt x="0" y="0"/>
                </a:moveTo>
                <a:lnTo>
                  <a:pt x="331261" y="0"/>
                </a:lnTo>
                <a:lnTo>
                  <a:pt x="331261" y="5669145"/>
                </a:lnTo>
                <a:lnTo>
                  <a:pt x="0" y="56691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52732" y="0"/>
            <a:ext cx="8335268" cy="331261"/>
          </a:xfrm>
          <a:custGeom>
            <a:avLst/>
            <a:gdLst/>
            <a:ahLst/>
            <a:cxnLst/>
            <a:rect r="r" b="b" t="t" l="l"/>
            <a:pathLst>
              <a:path h="331261" w="8335268">
                <a:moveTo>
                  <a:pt x="0" y="0"/>
                </a:moveTo>
                <a:lnTo>
                  <a:pt x="8335268" y="0"/>
                </a:lnTo>
                <a:lnTo>
                  <a:pt x="83352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956739" y="-144661"/>
            <a:ext cx="331261" cy="3157141"/>
          </a:xfrm>
          <a:custGeom>
            <a:avLst/>
            <a:gdLst/>
            <a:ahLst/>
            <a:cxnLst/>
            <a:rect r="r" b="b" t="t" l="l"/>
            <a:pathLst>
              <a:path h="3157141" w="331261">
                <a:moveTo>
                  <a:pt x="0" y="0"/>
                </a:moveTo>
                <a:lnTo>
                  <a:pt x="331261" y="0"/>
                </a:lnTo>
                <a:lnTo>
                  <a:pt x="331261" y="3157141"/>
                </a:lnTo>
                <a:lnTo>
                  <a:pt x="0" y="31571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85437" y="9955738"/>
            <a:ext cx="836933" cy="331261"/>
          </a:xfrm>
          <a:custGeom>
            <a:avLst/>
            <a:gdLst/>
            <a:ahLst/>
            <a:cxnLst/>
            <a:rect r="r" b="b" t="t" l="l"/>
            <a:pathLst>
              <a:path h="331261" w="836933">
                <a:moveTo>
                  <a:pt x="0" y="0"/>
                </a:moveTo>
                <a:lnTo>
                  <a:pt x="836932" y="0"/>
                </a:lnTo>
                <a:lnTo>
                  <a:pt x="836932" y="331262"/>
                </a:lnTo>
                <a:lnTo>
                  <a:pt x="0" y="3312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970" y="9955739"/>
            <a:ext cx="3418968" cy="331261"/>
          </a:xfrm>
          <a:custGeom>
            <a:avLst/>
            <a:gdLst/>
            <a:ahLst/>
            <a:cxnLst/>
            <a:rect r="r" b="b" t="t" l="l"/>
            <a:pathLst>
              <a:path h="331261" w="3418968">
                <a:moveTo>
                  <a:pt x="0" y="0"/>
                </a:moveTo>
                <a:lnTo>
                  <a:pt x="3418968" y="0"/>
                </a:lnTo>
                <a:lnTo>
                  <a:pt x="34189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73242" y="9955739"/>
            <a:ext cx="14311889" cy="331261"/>
          </a:xfrm>
          <a:custGeom>
            <a:avLst/>
            <a:gdLst/>
            <a:ahLst/>
            <a:cxnLst/>
            <a:rect r="r" b="b" t="t" l="l"/>
            <a:pathLst>
              <a:path h="331261" w="14311889">
                <a:moveTo>
                  <a:pt x="0" y="0"/>
                </a:moveTo>
                <a:lnTo>
                  <a:pt x="14311888" y="0"/>
                </a:lnTo>
                <a:lnTo>
                  <a:pt x="1431188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11236" y="590462"/>
            <a:ext cx="986302" cy="986302"/>
          </a:xfrm>
          <a:custGeom>
            <a:avLst/>
            <a:gdLst/>
            <a:ahLst/>
            <a:cxnLst/>
            <a:rect r="r" b="b" t="t" l="l"/>
            <a:pathLst>
              <a:path h="986302" w="986302">
                <a:moveTo>
                  <a:pt x="0" y="0"/>
                </a:moveTo>
                <a:lnTo>
                  <a:pt x="986302" y="0"/>
                </a:lnTo>
                <a:lnTo>
                  <a:pt x="986302" y="986302"/>
                </a:lnTo>
                <a:lnTo>
                  <a:pt x="0" y="98630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69277" y="1121544"/>
            <a:ext cx="8127653" cy="95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9"/>
              </a:lnSpc>
              <a:spcBef>
                <a:spcPct val="0"/>
              </a:spcBef>
            </a:pPr>
            <a:r>
              <a:rPr lang="en-US" b="true" sz="4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Forecasting Model (Prophet)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537903"/>
            <a:ext cx="13796070" cy="429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Time-series forecasting model developed by Meta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trend and seasonality automatically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Predicts future stock prices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multi-year forecasting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836709">
            <a:off x="-1611063" y="6630886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36709">
            <a:off x="15059548" y="7385604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956739" y="2801604"/>
            <a:ext cx="331261" cy="7485396"/>
          </a:xfrm>
          <a:custGeom>
            <a:avLst/>
            <a:gdLst/>
            <a:ahLst/>
            <a:cxnLst/>
            <a:rect r="r" b="b" t="t" l="l"/>
            <a:pathLst>
              <a:path h="7485396" w="331261">
                <a:moveTo>
                  <a:pt x="0" y="0"/>
                </a:moveTo>
                <a:lnTo>
                  <a:pt x="331261" y="0"/>
                </a:lnTo>
                <a:lnTo>
                  <a:pt x="331261" y="7485396"/>
                </a:lnTo>
                <a:lnTo>
                  <a:pt x="0" y="7485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075" y="0"/>
            <a:ext cx="9920318" cy="331261"/>
          </a:xfrm>
          <a:custGeom>
            <a:avLst/>
            <a:gdLst/>
            <a:ahLst/>
            <a:cxnLst/>
            <a:rect r="r" b="b" t="t" l="l"/>
            <a:pathLst>
              <a:path h="331261" w="9920318">
                <a:moveTo>
                  <a:pt x="0" y="0"/>
                </a:moveTo>
                <a:lnTo>
                  <a:pt x="9920318" y="0"/>
                </a:lnTo>
                <a:lnTo>
                  <a:pt x="992031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44661"/>
            <a:ext cx="331261" cy="5001902"/>
          </a:xfrm>
          <a:custGeom>
            <a:avLst/>
            <a:gdLst/>
            <a:ahLst/>
            <a:cxnLst/>
            <a:rect r="r" b="b" t="t" l="l"/>
            <a:pathLst>
              <a:path h="5001902" w="331261">
                <a:moveTo>
                  <a:pt x="0" y="0"/>
                </a:moveTo>
                <a:lnTo>
                  <a:pt x="331261" y="0"/>
                </a:lnTo>
                <a:lnTo>
                  <a:pt x="331261" y="5001902"/>
                </a:lnTo>
                <a:lnTo>
                  <a:pt x="0" y="5001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4641710"/>
            <a:ext cx="331261" cy="5669145"/>
          </a:xfrm>
          <a:custGeom>
            <a:avLst/>
            <a:gdLst/>
            <a:ahLst/>
            <a:cxnLst/>
            <a:rect r="r" b="b" t="t" l="l"/>
            <a:pathLst>
              <a:path h="5669145" w="331261">
                <a:moveTo>
                  <a:pt x="0" y="0"/>
                </a:moveTo>
                <a:lnTo>
                  <a:pt x="331261" y="0"/>
                </a:lnTo>
                <a:lnTo>
                  <a:pt x="331261" y="5669145"/>
                </a:lnTo>
                <a:lnTo>
                  <a:pt x="0" y="56691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52732" y="0"/>
            <a:ext cx="8335268" cy="331261"/>
          </a:xfrm>
          <a:custGeom>
            <a:avLst/>
            <a:gdLst/>
            <a:ahLst/>
            <a:cxnLst/>
            <a:rect r="r" b="b" t="t" l="l"/>
            <a:pathLst>
              <a:path h="331261" w="8335268">
                <a:moveTo>
                  <a:pt x="0" y="0"/>
                </a:moveTo>
                <a:lnTo>
                  <a:pt x="8335268" y="0"/>
                </a:lnTo>
                <a:lnTo>
                  <a:pt x="83352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956739" y="-144661"/>
            <a:ext cx="331261" cy="3157141"/>
          </a:xfrm>
          <a:custGeom>
            <a:avLst/>
            <a:gdLst/>
            <a:ahLst/>
            <a:cxnLst/>
            <a:rect r="r" b="b" t="t" l="l"/>
            <a:pathLst>
              <a:path h="3157141" w="331261">
                <a:moveTo>
                  <a:pt x="0" y="0"/>
                </a:moveTo>
                <a:lnTo>
                  <a:pt x="331261" y="0"/>
                </a:lnTo>
                <a:lnTo>
                  <a:pt x="331261" y="3157141"/>
                </a:lnTo>
                <a:lnTo>
                  <a:pt x="0" y="31571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85437" y="9955738"/>
            <a:ext cx="836933" cy="331261"/>
          </a:xfrm>
          <a:custGeom>
            <a:avLst/>
            <a:gdLst/>
            <a:ahLst/>
            <a:cxnLst/>
            <a:rect r="r" b="b" t="t" l="l"/>
            <a:pathLst>
              <a:path h="331261" w="836933">
                <a:moveTo>
                  <a:pt x="0" y="0"/>
                </a:moveTo>
                <a:lnTo>
                  <a:pt x="836932" y="0"/>
                </a:lnTo>
                <a:lnTo>
                  <a:pt x="836932" y="331262"/>
                </a:lnTo>
                <a:lnTo>
                  <a:pt x="0" y="3312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970" y="9955739"/>
            <a:ext cx="3418968" cy="331261"/>
          </a:xfrm>
          <a:custGeom>
            <a:avLst/>
            <a:gdLst/>
            <a:ahLst/>
            <a:cxnLst/>
            <a:rect r="r" b="b" t="t" l="l"/>
            <a:pathLst>
              <a:path h="331261" w="3418968">
                <a:moveTo>
                  <a:pt x="0" y="0"/>
                </a:moveTo>
                <a:lnTo>
                  <a:pt x="3418968" y="0"/>
                </a:lnTo>
                <a:lnTo>
                  <a:pt x="34189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73242" y="9955739"/>
            <a:ext cx="14311889" cy="331261"/>
          </a:xfrm>
          <a:custGeom>
            <a:avLst/>
            <a:gdLst/>
            <a:ahLst/>
            <a:cxnLst/>
            <a:rect r="r" b="b" t="t" l="l"/>
            <a:pathLst>
              <a:path h="331261" w="14311889">
                <a:moveTo>
                  <a:pt x="0" y="0"/>
                </a:moveTo>
                <a:lnTo>
                  <a:pt x="14311888" y="0"/>
                </a:lnTo>
                <a:lnTo>
                  <a:pt x="1431188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26082" y="596156"/>
            <a:ext cx="965762" cy="965762"/>
          </a:xfrm>
          <a:custGeom>
            <a:avLst/>
            <a:gdLst/>
            <a:ahLst/>
            <a:cxnLst/>
            <a:rect r="r" b="b" t="t" l="l"/>
            <a:pathLst>
              <a:path h="965762" w="965762">
                <a:moveTo>
                  <a:pt x="0" y="0"/>
                </a:moveTo>
                <a:lnTo>
                  <a:pt x="965762" y="0"/>
                </a:lnTo>
                <a:lnTo>
                  <a:pt x="965762" y="965762"/>
                </a:lnTo>
                <a:lnTo>
                  <a:pt x="0" y="9657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28954" y="1233884"/>
            <a:ext cx="5214565" cy="95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9"/>
              </a:lnSpc>
              <a:spcBef>
                <a:spcPct val="0"/>
              </a:spcBef>
            </a:pPr>
            <a:r>
              <a:rPr lang="en-US" b="true" sz="4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8954" y="2458704"/>
            <a:ext cx="9000232" cy="536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Live candlestick price chart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Moving average overlay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RSI indicator chart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forecast graph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Downloadable forecast CSV file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836709">
            <a:off x="-1611063" y="6630886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36709">
            <a:off x="15059548" y="7385604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956739" y="2801604"/>
            <a:ext cx="331261" cy="7485396"/>
          </a:xfrm>
          <a:custGeom>
            <a:avLst/>
            <a:gdLst/>
            <a:ahLst/>
            <a:cxnLst/>
            <a:rect r="r" b="b" t="t" l="l"/>
            <a:pathLst>
              <a:path h="7485396" w="331261">
                <a:moveTo>
                  <a:pt x="0" y="0"/>
                </a:moveTo>
                <a:lnTo>
                  <a:pt x="331261" y="0"/>
                </a:lnTo>
                <a:lnTo>
                  <a:pt x="331261" y="7485396"/>
                </a:lnTo>
                <a:lnTo>
                  <a:pt x="0" y="7485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075" y="0"/>
            <a:ext cx="9920318" cy="331261"/>
          </a:xfrm>
          <a:custGeom>
            <a:avLst/>
            <a:gdLst/>
            <a:ahLst/>
            <a:cxnLst/>
            <a:rect r="r" b="b" t="t" l="l"/>
            <a:pathLst>
              <a:path h="331261" w="9920318">
                <a:moveTo>
                  <a:pt x="0" y="0"/>
                </a:moveTo>
                <a:lnTo>
                  <a:pt x="9920318" y="0"/>
                </a:lnTo>
                <a:lnTo>
                  <a:pt x="992031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44661"/>
            <a:ext cx="331261" cy="5001902"/>
          </a:xfrm>
          <a:custGeom>
            <a:avLst/>
            <a:gdLst/>
            <a:ahLst/>
            <a:cxnLst/>
            <a:rect r="r" b="b" t="t" l="l"/>
            <a:pathLst>
              <a:path h="5001902" w="331261">
                <a:moveTo>
                  <a:pt x="0" y="0"/>
                </a:moveTo>
                <a:lnTo>
                  <a:pt x="331261" y="0"/>
                </a:lnTo>
                <a:lnTo>
                  <a:pt x="331261" y="5001902"/>
                </a:lnTo>
                <a:lnTo>
                  <a:pt x="0" y="5001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4641710"/>
            <a:ext cx="331261" cy="5669145"/>
          </a:xfrm>
          <a:custGeom>
            <a:avLst/>
            <a:gdLst/>
            <a:ahLst/>
            <a:cxnLst/>
            <a:rect r="r" b="b" t="t" l="l"/>
            <a:pathLst>
              <a:path h="5669145" w="331261">
                <a:moveTo>
                  <a:pt x="0" y="0"/>
                </a:moveTo>
                <a:lnTo>
                  <a:pt x="331261" y="0"/>
                </a:lnTo>
                <a:lnTo>
                  <a:pt x="331261" y="5669145"/>
                </a:lnTo>
                <a:lnTo>
                  <a:pt x="0" y="56691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52732" y="0"/>
            <a:ext cx="8335268" cy="331261"/>
          </a:xfrm>
          <a:custGeom>
            <a:avLst/>
            <a:gdLst/>
            <a:ahLst/>
            <a:cxnLst/>
            <a:rect r="r" b="b" t="t" l="l"/>
            <a:pathLst>
              <a:path h="331261" w="8335268">
                <a:moveTo>
                  <a:pt x="0" y="0"/>
                </a:moveTo>
                <a:lnTo>
                  <a:pt x="8335268" y="0"/>
                </a:lnTo>
                <a:lnTo>
                  <a:pt x="83352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956739" y="-144661"/>
            <a:ext cx="331261" cy="3157141"/>
          </a:xfrm>
          <a:custGeom>
            <a:avLst/>
            <a:gdLst/>
            <a:ahLst/>
            <a:cxnLst/>
            <a:rect r="r" b="b" t="t" l="l"/>
            <a:pathLst>
              <a:path h="3157141" w="331261">
                <a:moveTo>
                  <a:pt x="0" y="0"/>
                </a:moveTo>
                <a:lnTo>
                  <a:pt x="331261" y="0"/>
                </a:lnTo>
                <a:lnTo>
                  <a:pt x="331261" y="3157141"/>
                </a:lnTo>
                <a:lnTo>
                  <a:pt x="0" y="31571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85437" y="9955738"/>
            <a:ext cx="836933" cy="331261"/>
          </a:xfrm>
          <a:custGeom>
            <a:avLst/>
            <a:gdLst/>
            <a:ahLst/>
            <a:cxnLst/>
            <a:rect r="r" b="b" t="t" l="l"/>
            <a:pathLst>
              <a:path h="331261" w="836933">
                <a:moveTo>
                  <a:pt x="0" y="0"/>
                </a:moveTo>
                <a:lnTo>
                  <a:pt x="836932" y="0"/>
                </a:lnTo>
                <a:lnTo>
                  <a:pt x="836932" y="331262"/>
                </a:lnTo>
                <a:lnTo>
                  <a:pt x="0" y="3312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970" y="9955739"/>
            <a:ext cx="3418968" cy="331261"/>
          </a:xfrm>
          <a:custGeom>
            <a:avLst/>
            <a:gdLst/>
            <a:ahLst/>
            <a:cxnLst/>
            <a:rect r="r" b="b" t="t" l="l"/>
            <a:pathLst>
              <a:path h="331261" w="3418968">
                <a:moveTo>
                  <a:pt x="0" y="0"/>
                </a:moveTo>
                <a:lnTo>
                  <a:pt x="3418968" y="0"/>
                </a:lnTo>
                <a:lnTo>
                  <a:pt x="34189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73242" y="9955739"/>
            <a:ext cx="14311889" cy="331261"/>
          </a:xfrm>
          <a:custGeom>
            <a:avLst/>
            <a:gdLst/>
            <a:ahLst/>
            <a:cxnLst/>
            <a:rect r="r" b="b" t="t" l="l"/>
            <a:pathLst>
              <a:path h="331261" w="14311889">
                <a:moveTo>
                  <a:pt x="0" y="0"/>
                </a:moveTo>
                <a:lnTo>
                  <a:pt x="14311888" y="0"/>
                </a:lnTo>
                <a:lnTo>
                  <a:pt x="1431188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26082" y="596156"/>
            <a:ext cx="965762" cy="965762"/>
          </a:xfrm>
          <a:custGeom>
            <a:avLst/>
            <a:gdLst/>
            <a:ahLst/>
            <a:cxnLst/>
            <a:rect r="r" b="b" t="t" l="l"/>
            <a:pathLst>
              <a:path h="965762" w="965762">
                <a:moveTo>
                  <a:pt x="0" y="0"/>
                </a:moveTo>
                <a:lnTo>
                  <a:pt x="965762" y="0"/>
                </a:lnTo>
                <a:lnTo>
                  <a:pt x="965762" y="965762"/>
                </a:lnTo>
                <a:lnTo>
                  <a:pt x="0" y="9657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14578" y="986607"/>
            <a:ext cx="3028876" cy="95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9"/>
              </a:lnSpc>
              <a:spcBef>
                <a:spcPct val="0"/>
              </a:spcBef>
            </a:pPr>
            <a:r>
              <a:rPr lang="en-US" b="true" sz="4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Advantages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3657" y="2322372"/>
            <a:ext cx="8667155" cy="429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User-friendly interface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data integration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Visual + AI-based insights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Decision support for investors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836709">
            <a:off x="-1611063" y="6630886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36709">
            <a:off x="15059548" y="7385604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956739" y="2801604"/>
            <a:ext cx="331261" cy="7485396"/>
          </a:xfrm>
          <a:custGeom>
            <a:avLst/>
            <a:gdLst/>
            <a:ahLst/>
            <a:cxnLst/>
            <a:rect r="r" b="b" t="t" l="l"/>
            <a:pathLst>
              <a:path h="7485396" w="331261">
                <a:moveTo>
                  <a:pt x="0" y="0"/>
                </a:moveTo>
                <a:lnTo>
                  <a:pt x="331261" y="0"/>
                </a:lnTo>
                <a:lnTo>
                  <a:pt x="331261" y="7485396"/>
                </a:lnTo>
                <a:lnTo>
                  <a:pt x="0" y="7485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075" y="0"/>
            <a:ext cx="9920318" cy="331261"/>
          </a:xfrm>
          <a:custGeom>
            <a:avLst/>
            <a:gdLst/>
            <a:ahLst/>
            <a:cxnLst/>
            <a:rect r="r" b="b" t="t" l="l"/>
            <a:pathLst>
              <a:path h="331261" w="9920318">
                <a:moveTo>
                  <a:pt x="0" y="0"/>
                </a:moveTo>
                <a:lnTo>
                  <a:pt x="9920318" y="0"/>
                </a:lnTo>
                <a:lnTo>
                  <a:pt x="992031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44661"/>
            <a:ext cx="331261" cy="5001902"/>
          </a:xfrm>
          <a:custGeom>
            <a:avLst/>
            <a:gdLst/>
            <a:ahLst/>
            <a:cxnLst/>
            <a:rect r="r" b="b" t="t" l="l"/>
            <a:pathLst>
              <a:path h="5001902" w="331261">
                <a:moveTo>
                  <a:pt x="0" y="0"/>
                </a:moveTo>
                <a:lnTo>
                  <a:pt x="331261" y="0"/>
                </a:lnTo>
                <a:lnTo>
                  <a:pt x="331261" y="5001902"/>
                </a:lnTo>
                <a:lnTo>
                  <a:pt x="0" y="5001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4641710"/>
            <a:ext cx="331261" cy="5669145"/>
          </a:xfrm>
          <a:custGeom>
            <a:avLst/>
            <a:gdLst/>
            <a:ahLst/>
            <a:cxnLst/>
            <a:rect r="r" b="b" t="t" l="l"/>
            <a:pathLst>
              <a:path h="5669145" w="331261">
                <a:moveTo>
                  <a:pt x="0" y="0"/>
                </a:moveTo>
                <a:lnTo>
                  <a:pt x="331261" y="0"/>
                </a:lnTo>
                <a:lnTo>
                  <a:pt x="331261" y="5669145"/>
                </a:lnTo>
                <a:lnTo>
                  <a:pt x="0" y="56691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52732" y="0"/>
            <a:ext cx="8335268" cy="331261"/>
          </a:xfrm>
          <a:custGeom>
            <a:avLst/>
            <a:gdLst/>
            <a:ahLst/>
            <a:cxnLst/>
            <a:rect r="r" b="b" t="t" l="l"/>
            <a:pathLst>
              <a:path h="331261" w="8335268">
                <a:moveTo>
                  <a:pt x="0" y="0"/>
                </a:moveTo>
                <a:lnTo>
                  <a:pt x="8335268" y="0"/>
                </a:lnTo>
                <a:lnTo>
                  <a:pt x="83352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956739" y="-144661"/>
            <a:ext cx="331261" cy="3157141"/>
          </a:xfrm>
          <a:custGeom>
            <a:avLst/>
            <a:gdLst/>
            <a:ahLst/>
            <a:cxnLst/>
            <a:rect r="r" b="b" t="t" l="l"/>
            <a:pathLst>
              <a:path h="3157141" w="331261">
                <a:moveTo>
                  <a:pt x="0" y="0"/>
                </a:moveTo>
                <a:lnTo>
                  <a:pt x="331261" y="0"/>
                </a:lnTo>
                <a:lnTo>
                  <a:pt x="331261" y="3157141"/>
                </a:lnTo>
                <a:lnTo>
                  <a:pt x="0" y="31571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85437" y="9955738"/>
            <a:ext cx="836933" cy="331261"/>
          </a:xfrm>
          <a:custGeom>
            <a:avLst/>
            <a:gdLst/>
            <a:ahLst/>
            <a:cxnLst/>
            <a:rect r="r" b="b" t="t" l="l"/>
            <a:pathLst>
              <a:path h="331261" w="836933">
                <a:moveTo>
                  <a:pt x="0" y="0"/>
                </a:moveTo>
                <a:lnTo>
                  <a:pt x="836932" y="0"/>
                </a:lnTo>
                <a:lnTo>
                  <a:pt x="836932" y="331262"/>
                </a:lnTo>
                <a:lnTo>
                  <a:pt x="0" y="3312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970" y="9955739"/>
            <a:ext cx="3418968" cy="331261"/>
          </a:xfrm>
          <a:custGeom>
            <a:avLst/>
            <a:gdLst/>
            <a:ahLst/>
            <a:cxnLst/>
            <a:rect r="r" b="b" t="t" l="l"/>
            <a:pathLst>
              <a:path h="331261" w="3418968">
                <a:moveTo>
                  <a:pt x="0" y="0"/>
                </a:moveTo>
                <a:lnTo>
                  <a:pt x="3418968" y="0"/>
                </a:lnTo>
                <a:lnTo>
                  <a:pt x="34189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73242" y="9955739"/>
            <a:ext cx="14311889" cy="331261"/>
          </a:xfrm>
          <a:custGeom>
            <a:avLst/>
            <a:gdLst/>
            <a:ahLst/>
            <a:cxnLst/>
            <a:rect r="r" b="b" t="t" l="l"/>
            <a:pathLst>
              <a:path h="331261" w="14311889">
                <a:moveTo>
                  <a:pt x="0" y="0"/>
                </a:moveTo>
                <a:lnTo>
                  <a:pt x="14311888" y="0"/>
                </a:lnTo>
                <a:lnTo>
                  <a:pt x="1431188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26082" y="596156"/>
            <a:ext cx="965762" cy="965762"/>
          </a:xfrm>
          <a:custGeom>
            <a:avLst/>
            <a:gdLst/>
            <a:ahLst/>
            <a:cxnLst/>
            <a:rect r="r" b="b" t="t" l="l"/>
            <a:pathLst>
              <a:path h="965762" w="965762">
                <a:moveTo>
                  <a:pt x="0" y="0"/>
                </a:moveTo>
                <a:lnTo>
                  <a:pt x="965762" y="0"/>
                </a:lnTo>
                <a:lnTo>
                  <a:pt x="965762" y="965762"/>
                </a:lnTo>
                <a:lnTo>
                  <a:pt x="0" y="9657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87795" y="986607"/>
            <a:ext cx="2843138" cy="95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9"/>
              </a:lnSpc>
              <a:spcBef>
                <a:spcPct val="0"/>
              </a:spcBef>
            </a:pPr>
            <a:r>
              <a:rPr lang="en-US" b="true" sz="4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2994" y="2669580"/>
            <a:ext cx="14043124" cy="429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Developed an AI-powered stock forecasting system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Integrated technical analysis + machine learning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Scalable for cloud deployment</a:t>
            </a:r>
          </a:p>
          <a:p>
            <a:pPr algn="l" marL="1068700" indent="-534350" lvl="1">
              <a:lnSpc>
                <a:spcPts val="8414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Scope: LSTM, Deep Learning, Auto-Trading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836709">
            <a:off x="-1611063" y="6630886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36709">
            <a:off x="15059548" y="7385604"/>
            <a:ext cx="6456905" cy="7027923"/>
          </a:xfrm>
          <a:custGeom>
            <a:avLst/>
            <a:gdLst/>
            <a:ahLst/>
            <a:cxnLst/>
            <a:rect r="r" b="b" t="t" l="l"/>
            <a:pathLst>
              <a:path h="7027923" w="6456905">
                <a:moveTo>
                  <a:pt x="0" y="0"/>
                </a:moveTo>
                <a:lnTo>
                  <a:pt x="6456905" y="0"/>
                </a:lnTo>
                <a:lnTo>
                  <a:pt x="6456905" y="7027923"/>
                </a:lnTo>
                <a:lnTo>
                  <a:pt x="0" y="7027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956739" y="2801604"/>
            <a:ext cx="331261" cy="7485396"/>
          </a:xfrm>
          <a:custGeom>
            <a:avLst/>
            <a:gdLst/>
            <a:ahLst/>
            <a:cxnLst/>
            <a:rect r="r" b="b" t="t" l="l"/>
            <a:pathLst>
              <a:path h="7485396" w="331261">
                <a:moveTo>
                  <a:pt x="0" y="0"/>
                </a:moveTo>
                <a:lnTo>
                  <a:pt x="331261" y="0"/>
                </a:lnTo>
                <a:lnTo>
                  <a:pt x="331261" y="7485396"/>
                </a:lnTo>
                <a:lnTo>
                  <a:pt x="0" y="7485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075" y="0"/>
            <a:ext cx="9920318" cy="331261"/>
          </a:xfrm>
          <a:custGeom>
            <a:avLst/>
            <a:gdLst/>
            <a:ahLst/>
            <a:cxnLst/>
            <a:rect r="r" b="b" t="t" l="l"/>
            <a:pathLst>
              <a:path h="331261" w="9920318">
                <a:moveTo>
                  <a:pt x="0" y="0"/>
                </a:moveTo>
                <a:lnTo>
                  <a:pt x="9920318" y="0"/>
                </a:lnTo>
                <a:lnTo>
                  <a:pt x="992031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44661"/>
            <a:ext cx="331261" cy="5001902"/>
          </a:xfrm>
          <a:custGeom>
            <a:avLst/>
            <a:gdLst/>
            <a:ahLst/>
            <a:cxnLst/>
            <a:rect r="r" b="b" t="t" l="l"/>
            <a:pathLst>
              <a:path h="5001902" w="331261">
                <a:moveTo>
                  <a:pt x="0" y="0"/>
                </a:moveTo>
                <a:lnTo>
                  <a:pt x="331261" y="0"/>
                </a:lnTo>
                <a:lnTo>
                  <a:pt x="331261" y="5001902"/>
                </a:lnTo>
                <a:lnTo>
                  <a:pt x="0" y="5001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4641710"/>
            <a:ext cx="331261" cy="5669145"/>
          </a:xfrm>
          <a:custGeom>
            <a:avLst/>
            <a:gdLst/>
            <a:ahLst/>
            <a:cxnLst/>
            <a:rect r="r" b="b" t="t" l="l"/>
            <a:pathLst>
              <a:path h="5669145" w="331261">
                <a:moveTo>
                  <a:pt x="0" y="0"/>
                </a:moveTo>
                <a:lnTo>
                  <a:pt x="331261" y="0"/>
                </a:lnTo>
                <a:lnTo>
                  <a:pt x="331261" y="5669145"/>
                </a:lnTo>
                <a:lnTo>
                  <a:pt x="0" y="56691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52732" y="0"/>
            <a:ext cx="8335268" cy="331261"/>
          </a:xfrm>
          <a:custGeom>
            <a:avLst/>
            <a:gdLst/>
            <a:ahLst/>
            <a:cxnLst/>
            <a:rect r="r" b="b" t="t" l="l"/>
            <a:pathLst>
              <a:path h="331261" w="8335268">
                <a:moveTo>
                  <a:pt x="0" y="0"/>
                </a:moveTo>
                <a:lnTo>
                  <a:pt x="8335268" y="0"/>
                </a:lnTo>
                <a:lnTo>
                  <a:pt x="83352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956739" y="-144661"/>
            <a:ext cx="331261" cy="3157141"/>
          </a:xfrm>
          <a:custGeom>
            <a:avLst/>
            <a:gdLst/>
            <a:ahLst/>
            <a:cxnLst/>
            <a:rect r="r" b="b" t="t" l="l"/>
            <a:pathLst>
              <a:path h="3157141" w="331261">
                <a:moveTo>
                  <a:pt x="0" y="0"/>
                </a:moveTo>
                <a:lnTo>
                  <a:pt x="331261" y="0"/>
                </a:lnTo>
                <a:lnTo>
                  <a:pt x="331261" y="3157141"/>
                </a:lnTo>
                <a:lnTo>
                  <a:pt x="0" y="31571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85437" y="9955738"/>
            <a:ext cx="836933" cy="331261"/>
          </a:xfrm>
          <a:custGeom>
            <a:avLst/>
            <a:gdLst/>
            <a:ahLst/>
            <a:cxnLst/>
            <a:rect r="r" b="b" t="t" l="l"/>
            <a:pathLst>
              <a:path h="331261" w="836933">
                <a:moveTo>
                  <a:pt x="0" y="0"/>
                </a:moveTo>
                <a:lnTo>
                  <a:pt x="836932" y="0"/>
                </a:lnTo>
                <a:lnTo>
                  <a:pt x="836932" y="331262"/>
                </a:lnTo>
                <a:lnTo>
                  <a:pt x="0" y="3312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970" y="9955739"/>
            <a:ext cx="3418968" cy="331261"/>
          </a:xfrm>
          <a:custGeom>
            <a:avLst/>
            <a:gdLst/>
            <a:ahLst/>
            <a:cxnLst/>
            <a:rect r="r" b="b" t="t" l="l"/>
            <a:pathLst>
              <a:path h="331261" w="3418968">
                <a:moveTo>
                  <a:pt x="0" y="0"/>
                </a:moveTo>
                <a:lnTo>
                  <a:pt x="3418968" y="0"/>
                </a:lnTo>
                <a:lnTo>
                  <a:pt x="341896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73242" y="9955739"/>
            <a:ext cx="14311889" cy="331261"/>
          </a:xfrm>
          <a:custGeom>
            <a:avLst/>
            <a:gdLst/>
            <a:ahLst/>
            <a:cxnLst/>
            <a:rect r="r" b="b" t="t" l="l"/>
            <a:pathLst>
              <a:path h="331261" w="14311889">
                <a:moveTo>
                  <a:pt x="0" y="0"/>
                </a:moveTo>
                <a:lnTo>
                  <a:pt x="14311888" y="0"/>
                </a:lnTo>
                <a:lnTo>
                  <a:pt x="14311888" y="331261"/>
                </a:lnTo>
                <a:lnTo>
                  <a:pt x="0" y="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656122" y="523847"/>
            <a:ext cx="1002370" cy="1002370"/>
          </a:xfrm>
          <a:custGeom>
            <a:avLst/>
            <a:gdLst/>
            <a:ahLst/>
            <a:cxnLst/>
            <a:rect r="r" b="b" t="t" l="l"/>
            <a:pathLst>
              <a:path h="1002370" w="1002370">
                <a:moveTo>
                  <a:pt x="0" y="0"/>
                </a:moveTo>
                <a:lnTo>
                  <a:pt x="1002370" y="0"/>
                </a:lnTo>
                <a:lnTo>
                  <a:pt x="1002370" y="1002370"/>
                </a:lnTo>
                <a:lnTo>
                  <a:pt x="0" y="100237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78287" y="4193712"/>
            <a:ext cx="5915397" cy="140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79"/>
              </a:lnSpc>
              <a:spcBef>
                <a:spcPct val="0"/>
              </a:spcBef>
            </a:pPr>
            <a:r>
              <a:rPr lang="en-US" b="true" sz="7770">
                <a:solidFill>
                  <a:srgbClr val="FF5757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DAHBpQq-31g</dc:identifier>
  <dcterms:modified xsi:type="dcterms:W3CDTF">2011-08-01T06:04:30Z</dcterms:modified>
  <cp:revision>1</cp:revision>
  <dc:title>PPT</dc:title>
</cp:coreProperties>
</file>